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1"/>
  </p:handoutMasterIdLst>
  <p:sldIdLst>
    <p:sldId id="256" r:id="rId3"/>
    <p:sldId id="286" r:id="rId4"/>
    <p:sldId id="262" r:id="rId5"/>
    <p:sldId id="276" r:id="rId7"/>
    <p:sldId id="298" r:id="rId8"/>
    <p:sldId id="265" r:id="rId9"/>
    <p:sldId id="266" r:id="rId10"/>
    <p:sldId id="268" r:id="rId11"/>
    <p:sldId id="270" r:id="rId12"/>
    <p:sldId id="271" r:id="rId13"/>
    <p:sldId id="272" r:id="rId14"/>
    <p:sldId id="273" r:id="rId15"/>
    <p:sldId id="287" r:id="rId16"/>
    <p:sldId id="275" r:id="rId17"/>
    <p:sldId id="310" r:id="rId18"/>
    <p:sldId id="312" r:id="rId19"/>
    <p:sldId id="313" r:id="rId2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EA85A"/>
    <a:srgbClr val="1DBB67"/>
    <a:srgbClr val="3C5B25"/>
    <a:srgbClr val="009039"/>
    <a:srgbClr val="00963F"/>
    <a:srgbClr val="006A2F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82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B61304-4A0F-4E11-8080-599F9186F6A5}" type="doc">
      <dgm:prSet loTypeId="process" loCatId="process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DBF11EEE-13E4-480C-B659-8EAB0A3E4FA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/>
            <a:t>Lança MVP</a:t>
          </a:r>
          <a:r>
            <a:rPr lang="pt-PT"/>
            <a:t/>
          </a:r>
          <a:endParaRPr lang="pt-PT"/>
        </a:p>
      </dgm:t>
    </dgm:pt>
    <dgm:pt modelId="{2C9F04B1-627C-4FBD-B83A-B8644783FF44}" cxnId="{2B3683EF-5AD1-4241-997A-0465B520FF77}" type="parTrans">
      <dgm:prSet/>
      <dgm:spPr/>
    </dgm:pt>
    <dgm:pt modelId="{43C1507F-3971-4876-A32F-E1935454B926}" cxnId="{2B3683EF-5AD1-4241-997A-0465B520FF77}" type="sibTrans">
      <dgm:prSet/>
      <dgm:spPr/>
    </dgm:pt>
    <dgm:pt modelId="{604E0449-C09C-43A6-B98B-A2C38EA2EAC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altLang="en-US"/>
            <a:t>F</a:t>
          </a:r>
          <a:r>
            <a:rPr lang="pt-PT"/>
            <a:t>inaliza ajustes Android</a:t>
          </a:r>
          <a:endParaRPr lang="pt-PT"/>
        </a:p>
      </dgm:t>
    </dgm:pt>
    <dgm:pt modelId="{FA865933-EB62-45CF-86F2-476E357988C3}" cxnId="{495CD620-B74F-476E-9235-F5B4E75034F8}" type="parTrans">
      <dgm:prSet/>
      <dgm:spPr/>
    </dgm:pt>
    <dgm:pt modelId="{B5FD7858-01BD-4B06-B1D4-464A17119E6D}" cxnId="{495CD620-B74F-476E-9235-F5B4E75034F8}" type="sibTrans">
      <dgm:prSet/>
      <dgm:spPr/>
    </dgm:pt>
    <dgm:pt modelId="{08874FB1-F6E1-4D7C-91E0-B0DB54FD1DC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>Atualiza Versão Android</a:t>
          </a:r>
          <a:endParaRPr lang="pt-PT"/>
        </a:p>
      </dgm:t>
    </dgm:pt>
    <dgm:pt modelId="{8E94CC71-3AB2-4D9F-B227-B800A4AB2360}" cxnId="{AAE2799B-D12E-4BED-9F22-50D2B76AB3EE}" type="parTrans">
      <dgm:prSet/>
      <dgm:spPr/>
    </dgm:pt>
    <dgm:pt modelId="{480C5F01-B18B-42CA-A1E1-6CE7F89E9093}" cxnId="{AAE2799B-D12E-4BED-9F22-50D2B76AB3EE}" type="sibTrans">
      <dgm:prSet/>
      <dgm:spPr/>
    </dgm:pt>
    <dgm:pt modelId="{EEF77119-ED81-4E76-9A9F-2410AB118E3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>Finaliza versão IOS</a:t>
          </a:r>
          <a:endParaRPr lang="pt-PT"/>
        </a:p>
      </dgm:t>
    </dgm:pt>
    <dgm:pt modelId="{5A26F707-9965-4D26-B49A-0AA471CDB03F}" cxnId="{559E9285-D5CD-4326-B394-1932FF30402C}" type="parTrans">
      <dgm:prSet/>
      <dgm:spPr/>
    </dgm:pt>
    <dgm:pt modelId="{BBA49461-B3EE-4A05-B253-49DA879F6824}" cxnId="{559E9285-D5CD-4326-B394-1932FF30402C}" type="sibTrans">
      <dgm:prSet/>
      <dgm:spPr/>
    </dgm:pt>
    <dgm:pt modelId="{A57FEC76-D937-4EA7-A786-16C9AD510B7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>Ajusta versão IOS</a:t>
          </a:r>
          <a:endParaRPr lang="pt-PT"/>
        </a:p>
      </dgm:t>
    </dgm:pt>
    <dgm:pt modelId="{8DDC9DD2-77A6-43FE-8003-508C7E5EB9F0}" cxnId="{1851AA52-6898-47FB-B47F-B77E77465C87}" type="parTrans">
      <dgm:prSet/>
      <dgm:spPr/>
    </dgm:pt>
    <dgm:pt modelId="{D23A250E-324A-4703-AB5B-A7410581BC44}" cxnId="{1851AA52-6898-47FB-B47F-B77E77465C87}" type="sibTrans">
      <dgm:prSet/>
      <dgm:spPr/>
    </dgm:pt>
    <dgm:pt modelId="{06475F0D-9D1A-4BF5-AEE3-CD3F880BC44A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Atinge 500 usuários</a:t>
          </a:r>
          <a:endParaRPr lang="pt-PT" altLang="en-US"/>
        </a:p>
      </dgm:t>
    </dgm:pt>
    <dgm:pt modelId="{E99562FF-418F-46D1-8F86-E0992ED7BA8E}" cxnId="{8D23D2D7-431A-4EE8-AB88-E82ABFCCCE71}" type="parTrans">
      <dgm:prSet/>
      <dgm:spPr/>
      <dgm:t>
        <a:bodyPr/>
        <a:p>
          <a:endParaRPr lang="en-US"/>
        </a:p>
      </dgm:t>
    </dgm:pt>
    <dgm:pt modelId="{4BD710C9-2F9D-441E-B548-A9989C0147D7}" cxnId="{8D23D2D7-431A-4EE8-AB88-E82ABFCCCE71}" type="sibTrans">
      <dgm:prSet/>
      <dgm:spPr/>
      <dgm:t>
        <a:bodyPr/>
        <a:p>
          <a:endParaRPr lang="en-US"/>
        </a:p>
      </dgm:t>
    </dgm:pt>
    <dgm:pt modelId="{FE2A3430-07B7-4AF8-8050-E9E6630C707F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>
              <a:sym typeface="+mn-ea"/>
            </a:rPr>
            <a:t>MyFiis Beta	</a:t>
          </a:r>
          <a:r>
            <a:rPr lang="pt-PT" altLang="en-US"/>
            <a:t/>
          </a:r>
          <a:endParaRPr lang="pt-PT" altLang="en-US"/>
        </a:p>
      </dgm:t>
    </dgm:pt>
    <dgm:pt modelId="{FB51E315-BC56-4135-BA1D-66E640931F3A}" cxnId="{2A2313DE-DC58-4F15-8157-69CE34D26742}" type="parTrans">
      <dgm:prSet/>
      <dgm:spPr/>
      <dgm:t>
        <a:bodyPr/>
        <a:p>
          <a:endParaRPr lang="en-US"/>
        </a:p>
      </dgm:t>
    </dgm:pt>
    <dgm:pt modelId="{9ADD2677-777A-4E9D-AE48-B83F0BAD6874}" cxnId="{2A2313DE-DC58-4F15-8157-69CE34D26742}" type="sibTrans">
      <dgm:prSet/>
      <dgm:spPr/>
      <dgm:t>
        <a:bodyPr/>
        <a:p>
          <a:endParaRPr lang="en-US"/>
        </a:p>
      </dgm:t>
    </dgm:pt>
    <dgm:pt modelId="{E17B56DC-255D-49B8-A3AD-FA2027C9C45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/>
            <a:t>Modelo Free</a:t>
          </a:r>
          <a:endParaRPr lang="pt-PT" altLang="en-US"/>
        </a:p>
      </dgm:t>
    </dgm:pt>
    <dgm:pt modelId="{BB65228F-823E-49DF-B473-5DE432D065C8}" cxnId="{5FEB8E07-19A2-4169-BE5C-2F9D377C27E0}" type="parTrans">
      <dgm:prSet/>
      <dgm:spPr/>
    </dgm:pt>
    <dgm:pt modelId="{2BD43AF3-F0EE-495B-8242-F65D1D25ACD4}" cxnId="{5FEB8E07-19A2-4169-BE5C-2F9D377C27E0}" type="sibTrans">
      <dgm:prSet/>
      <dgm:spPr/>
    </dgm:pt>
    <dgm:pt modelId="{E43C3595-C9A5-4529-85D0-94D4702834A5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/>
            <a:t>Atrai os primeiros usuários</a:t>
          </a:r>
          <a:endParaRPr lang="pt-PT" altLang="en-US"/>
        </a:p>
      </dgm:t>
    </dgm:pt>
    <dgm:pt modelId="{D7F7DA1A-DFA2-46B3-A84D-5DD1155DC6C7}" cxnId="{98C7B1D4-25E8-48BA-9228-29CE54D8180D}" type="parTrans">
      <dgm:prSet/>
      <dgm:spPr/>
    </dgm:pt>
    <dgm:pt modelId="{FA461F10-DDA7-4169-9BDC-D55FCFF0592B}" cxnId="{98C7B1D4-25E8-48BA-9228-29CE54D8180D}" type="sibTrans">
      <dgm:prSet/>
      <dgm:spPr/>
    </dgm:pt>
    <dgm:pt modelId="{E79C662D-1E9E-4A52-A698-3A5FFD0AC17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/>
            <a:t>Capta Feedbacks</a:t>
          </a:r>
          <a:endParaRPr lang="pt-PT" altLang="en-US"/>
        </a:p>
      </dgm:t>
    </dgm:pt>
    <dgm:pt modelId="{7C3388BB-AB42-4DFA-AA70-D633CC4C78A0}" cxnId="{107F0D3C-69B4-47B8-834E-63A11D54E5F6}" type="parTrans">
      <dgm:prSet/>
      <dgm:spPr/>
    </dgm:pt>
    <dgm:pt modelId="{69E07F3D-54AC-418C-A205-32BEA06B938D}" cxnId="{107F0D3C-69B4-47B8-834E-63A11D54E5F6}" type="sibTrans">
      <dgm:prSet/>
      <dgm:spPr/>
    </dgm:pt>
    <dgm:pt modelId="{0AC4E53A-EC35-4B8F-B3D9-F17196C46928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/>
            <a:t/>
          </a:r>
          <a:endParaRPr lang="pt-PT" altLang="en-US"/>
        </a:p>
      </dgm:t>
    </dgm:pt>
    <dgm:pt modelId="{1394EA10-0FD9-4BFB-BE7F-F6FF19D0B5E6}" cxnId="{E613660C-D875-4C22-8A0B-63382EA0D320}" type="parTrans">
      <dgm:prSet/>
      <dgm:spPr/>
    </dgm:pt>
    <dgm:pt modelId="{6C7E444C-E400-4197-AEED-20F43CF5882F}" cxnId="{E613660C-D875-4C22-8A0B-63382EA0D320}" type="sibTrans">
      <dgm:prSet/>
      <dgm:spPr/>
    </dgm:pt>
    <dgm:pt modelId="{C17EA81B-EE8F-4BEA-9D93-831900C89C0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Lança </a:t>
          </a:r>
          <a:endParaRPr lang="pt-PT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MyFiis 2.0</a:t>
          </a:r>
          <a:endParaRPr lang="pt-PT" altLang="en-US"/>
        </a:p>
      </dgm:t>
    </dgm:pt>
    <dgm:pt modelId="{D73C192A-A373-4ACC-BFC9-76609E41CF4E}" cxnId="{CA6C7270-9FC9-4EC9-B571-A9CCA97B5729}" type="parTrans">
      <dgm:prSet/>
      <dgm:spPr/>
      <dgm:t>
        <a:bodyPr/>
        <a:p>
          <a:endParaRPr lang="en-US"/>
        </a:p>
      </dgm:t>
    </dgm:pt>
    <dgm:pt modelId="{40C2F390-CB3F-4BF4-827D-B8018A5F3BB7}" cxnId="{CA6C7270-9FC9-4EC9-B571-A9CCA97B5729}" type="sibTrans">
      <dgm:prSet/>
      <dgm:spPr/>
      <dgm:t>
        <a:bodyPr/>
        <a:p>
          <a:endParaRPr lang="en-US"/>
        </a:p>
      </dgm:t>
    </dgm:pt>
    <dgm:pt modelId="{2E055442-BDF6-42BD-8A8A-460CDF6F5C5E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/>
            <a:t>Constitui Empresa</a:t>
          </a:r>
          <a:endParaRPr lang="pt-PT" altLang="en-US"/>
        </a:p>
      </dgm:t>
    </dgm:pt>
    <dgm:pt modelId="{291EBA52-15FB-4985-9632-D5F9BE62ACD1}" cxnId="{DB39CC29-4D91-425F-8AB8-A390862D9DA0}" type="parTrans">
      <dgm:prSet/>
      <dgm:spPr/>
      <dgm:t>
        <a:bodyPr/>
        <a:p>
          <a:endParaRPr lang="en-US"/>
        </a:p>
      </dgm:t>
    </dgm:pt>
    <dgm:pt modelId="{87346316-64F3-4945-9984-33BC77341C9F}" cxnId="{DB39CC29-4D91-425F-8AB8-A390862D9DA0}" type="sibTrans">
      <dgm:prSet/>
      <dgm:spPr/>
      <dgm:t>
        <a:bodyPr/>
        <a:p>
          <a:endParaRPr lang="en-US"/>
        </a:p>
      </dgm:t>
    </dgm:pt>
    <dgm:pt modelId="{A7D4F63D-2EF5-441B-8F8C-8AF5ADE264E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/>
            <a:t>Contrata Freelas (Dev e Mkt)</a:t>
          </a:r>
          <a:endParaRPr lang="pt-PT" altLang="en-US"/>
        </a:p>
      </dgm:t>
    </dgm:pt>
    <dgm:pt modelId="{6A387276-C9D2-44BE-9D3B-1E6B7F684B59}" cxnId="{37E279E0-971A-430E-BFB6-EF0C7E7B6987}" type="parTrans">
      <dgm:prSet/>
      <dgm:spPr/>
    </dgm:pt>
    <dgm:pt modelId="{4A659689-AC7D-4129-9314-FE18A29630D7}" cxnId="{37E279E0-971A-430E-BFB6-EF0C7E7B6987}" type="sibTrans">
      <dgm:prSet/>
      <dgm:spPr/>
    </dgm:pt>
    <dgm:pt modelId="{E7A59B34-729B-44EF-B2F8-D978BF1A3398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/>
            <a:t>Desenvolve Modelo Freemium, versão 2.0</a:t>
          </a:r>
          <a:r>
            <a:rPr lang="en-US"/>
            <a:t/>
          </a:r>
          <a:endParaRPr lang="en-US"/>
        </a:p>
      </dgm:t>
    </dgm:pt>
    <dgm:pt modelId="{25203B50-F409-4056-8B8E-99169930F248}" cxnId="{8197E9C6-9FD7-4863-9D50-9D5494A977CF}" type="parTrans">
      <dgm:prSet/>
      <dgm:spPr/>
    </dgm:pt>
    <dgm:pt modelId="{33C7540B-028A-4CBA-BAC3-38B8450498CC}" cxnId="{8197E9C6-9FD7-4863-9D50-9D5494A977CF}" type="sibTrans">
      <dgm:prSet/>
      <dgm:spPr/>
    </dgm:pt>
    <dgm:pt modelId="{AD0A0C3C-1297-4248-A587-BA733601370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/>
            <a:t/>
          </a:r>
          <a:endParaRPr lang="pt-PT" altLang="en-US"/>
        </a:p>
      </dgm:t>
    </dgm:pt>
    <dgm:pt modelId="{CEEE0851-E814-4659-9C3C-9ADA79BF96B2}" cxnId="{A273A027-CB5C-4DE5-98E5-92FFD76D0D1F}" type="parTrans">
      <dgm:prSet/>
      <dgm:spPr/>
    </dgm:pt>
    <dgm:pt modelId="{DC265630-647C-4D4C-8FC2-CBB98EE87762}" cxnId="{A273A027-CB5C-4DE5-98E5-92FFD76D0D1F}" type="sibTrans">
      <dgm:prSet/>
      <dgm:spPr/>
    </dgm:pt>
    <dgm:pt modelId="{89CF50F2-3EE8-4308-BA46-57745656A4AA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Atinge 50 assinantes</a:t>
          </a:r>
          <a:endParaRPr lang="pt-PT" altLang="en-US"/>
        </a:p>
      </dgm:t>
    </dgm:pt>
    <dgm:pt modelId="{D242A0FB-DF73-49CA-BA3C-BD459F366127}" cxnId="{C4CC0654-BCEE-47B7-B81C-00B0FB859A5D}" type="parTrans">
      <dgm:prSet/>
      <dgm:spPr/>
      <dgm:t>
        <a:bodyPr/>
        <a:p>
          <a:endParaRPr lang="en-US"/>
        </a:p>
      </dgm:t>
    </dgm:pt>
    <dgm:pt modelId="{9604C662-124F-4916-B7BB-4DF131431D56}" cxnId="{C4CC0654-BCEE-47B7-B81C-00B0FB859A5D}" type="sibTrans">
      <dgm:prSet/>
      <dgm:spPr/>
      <dgm:t>
        <a:bodyPr/>
        <a:p>
          <a:endParaRPr lang="en-US"/>
        </a:p>
      </dgm:t>
    </dgm:pt>
    <dgm:pt modelId="{9A46A96D-7081-4C81-BD1E-4B7F6E9BD97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/>
          </a:r>
          <a:endParaRPr lang="pt-PT"/>
        </a:p>
      </dgm:t>
    </dgm:pt>
    <dgm:pt modelId="{D3AEF33B-A06A-420E-9ADF-C2B9A08A1AC7}" cxnId="{B3A0C311-C4AC-4FB8-8584-70B8A282DAA8}" type="parTrans">
      <dgm:prSet/>
      <dgm:spPr/>
    </dgm:pt>
    <dgm:pt modelId="{128516E2-A7AA-457A-94DD-0B4EAC4385B1}" cxnId="{B3A0C311-C4AC-4FB8-8584-70B8A282DAA8}" type="sibTrans">
      <dgm:prSet/>
      <dgm:spPr/>
    </dgm:pt>
    <dgm:pt modelId="{D3D602B7-4FA4-4A89-9D68-66D2FF66508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/>
          </a:r>
          <a:endParaRPr lang="pt-PT"/>
        </a:p>
      </dgm:t>
    </dgm:pt>
    <dgm:pt modelId="{92326581-1878-4CF6-B947-18FBF8A20793}" cxnId="{6D700294-A9BC-47DB-9056-F7D69ACEE38B}" type="parTrans">
      <dgm:prSet/>
      <dgm:spPr/>
    </dgm:pt>
    <dgm:pt modelId="{57F137AC-98E0-4926-8CBF-25B1BDEE5C49}" cxnId="{6D700294-A9BC-47DB-9056-F7D69ACEE38B}" type="sibTrans">
      <dgm:prSet/>
      <dgm:spPr/>
    </dgm:pt>
    <dgm:pt modelId="{64B4BBFB-5E6B-4F81-A2E6-BE639E5B5AA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>Converte os primeiros assinantes</a:t>
          </a:r>
          <a:endParaRPr lang="pt-PT"/>
        </a:p>
      </dgm:t>
    </dgm:pt>
    <dgm:pt modelId="{392C114F-8333-4976-862D-A11757A768CD}" cxnId="{67C3C7E9-48CB-4B21-A905-508E0C068281}" type="parTrans">
      <dgm:prSet/>
      <dgm:spPr/>
    </dgm:pt>
    <dgm:pt modelId="{D79CAF34-4AC6-4680-B64F-6A71D8E7725D}" cxnId="{67C3C7E9-48CB-4B21-A905-508E0C068281}" type="sibTrans">
      <dgm:prSet/>
      <dgm:spPr/>
    </dgm:pt>
    <dgm:pt modelId="{A4CBB6B8-84E6-41DA-A253-F380CBF4C16F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Busca Ponto de Equilíbrio</a:t>
          </a:r>
          <a:endParaRPr lang="pt-PT" altLang="en-US"/>
        </a:p>
      </dgm:t>
    </dgm:pt>
    <dgm:pt modelId="{6BF9AA0B-A851-4ABD-9BE8-1336C9738AB8}" cxnId="{CC4A07A3-EDA8-4878-AEB9-56C2BED3C2B5}" type="parTrans">
      <dgm:prSet/>
      <dgm:spPr/>
      <dgm:t>
        <a:bodyPr/>
        <a:p>
          <a:endParaRPr lang="en-US"/>
        </a:p>
      </dgm:t>
    </dgm:pt>
    <dgm:pt modelId="{B71ACFC2-160E-4438-99B2-0295109B5775}" cxnId="{CC4A07A3-EDA8-4878-AEB9-56C2BED3C2B5}" type="sibTrans">
      <dgm:prSet/>
      <dgm:spPr/>
      <dgm:t>
        <a:bodyPr/>
        <a:p>
          <a:endParaRPr lang="en-US"/>
        </a:p>
      </dgm:t>
    </dgm:pt>
    <dgm:pt modelId="{A184F868-F0D9-46CE-AE07-77792588CD5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/>
          </a:r>
          <a:endParaRPr lang="pt-PT"/>
        </a:p>
      </dgm:t>
    </dgm:pt>
    <dgm:pt modelId="{AC7C340E-C235-4AE6-99C9-EF7647256534}" cxnId="{CBDB02E0-CACD-4693-86AD-6A671DAA8CA4}" type="parTrans">
      <dgm:prSet/>
      <dgm:spPr/>
    </dgm:pt>
    <dgm:pt modelId="{2E5D434B-86E4-420B-B56B-2982DC2599C6}" cxnId="{CBDB02E0-CACD-4693-86AD-6A671DAA8CA4}" type="sibTrans">
      <dgm:prSet/>
      <dgm:spPr/>
    </dgm:pt>
    <dgm:pt modelId="{DC0DECF4-A49B-47E3-90B9-71CCAB8FA5D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/>
          </a:r>
          <a:endParaRPr lang="pt-PT"/>
        </a:p>
      </dgm:t>
    </dgm:pt>
    <dgm:pt modelId="{B8868370-650E-4985-B89B-041744C770B1}" cxnId="{69028129-F58B-4424-BD47-C1FC927470F5}" type="parTrans">
      <dgm:prSet/>
      <dgm:spPr/>
    </dgm:pt>
    <dgm:pt modelId="{5A65E4AE-B1AE-487D-A735-59338A93C25D}" cxnId="{69028129-F58B-4424-BD47-C1FC927470F5}" type="sibTrans">
      <dgm:prSet/>
      <dgm:spPr/>
    </dgm:pt>
    <dgm:pt modelId="{50C1019A-8CC3-452E-A48A-21A52828788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>Contrata Dev fixo</a:t>
          </a:r>
          <a:endParaRPr lang="pt-PT"/>
        </a:p>
      </dgm:t>
    </dgm:pt>
    <dgm:pt modelId="{CCCD92A7-4231-4824-BA54-49DC4FFCFE36}" cxnId="{EBBBC241-DA27-4756-BFD4-530D5A89010D}" type="parTrans">
      <dgm:prSet/>
      <dgm:spPr/>
    </dgm:pt>
    <dgm:pt modelId="{C6B64DBC-992B-45EB-BFAE-6BE36BF5586F}" cxnId="{EBBBC241-DA27-4756-BFD4-530D5A89010D}" type="sibTrans">
      <dgm:prSet/>
      <dgm:spPr/>
    </dgm:pt>
    <dgm:pt modelId="{859BADA4-7E10-41D5-A45B-0DA5C778E63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>
              <a:sym typeface="+mn-ea"/>
            </a:rPr>
            <a:t>Contrata Mkt fixo</a:t>
          </a:r>
          <a:r>
            <a:rPr lang="pt-PT"/>
            <a:t/>
          </a:r>
          <a:endParaRPr lang="pt-PT"/>
        </a:p>
      </dgm:t>
    </dgm:pt>
    <dgm:pt modelId="{12BB7DAD-F670-447C-B552-E4D35C981236}" cxnId="{D5FBF6DB-D2A0-4538-8869-E33397103336}" type="parTrans">
      <dgm:prSet/>
      <dgm:spPr/>
    </dgm:pt>
    <dgm:pt modelId="{1BF5F6EF-8CE3-4734-AF91-7CE303455C02}" cxnId="{D5FBF6DB-D2A0-4538-8869-E33397103336}" type="sibTrans">
      <dgm:prSet/>
      <dgm:spPr/>
    </dgm:pt>
    <dgm:pt modelId="{1E604459-29D5-4C95-8FB4-D3C6F95F03C5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/>
          </a:r>
          <a:endParaRPr lang="pt-PT"/>
        </a:p>
      </dgm:t>
    </dgm:pt>
    <dgm:pt modelId="{F586313F-6E4C-44BC-A4B3-217318FC722E}" cxnId="{0DF8B8B2-A4B3-4C42-AF9D-4938438048D1}" type="parTrans">
      <dgm:prSet/>
      <dgm:spPr/>
    </dgm:pt>
    <dgm:pt modelId="{598980E6-C9DD-43C2-9A47-5906BEB1E106}" cxnId="{0DF8B8B2-A4B3-4C42-AF9D-4938438048D1}" type="sibTrans">
      <dgm:prSet/>
      <dgm:spPr/>
    </dgm:pt>
    <dgm:pt modelId="{4150C4B7-D660-407D-BEF9-01A927681DD5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/>
          </a:r>
          <a:endParaRPr lang="pt-PT"/>
        </a:p>
      </dgm:t>
    </dgm:pt>
    <dgm:pt modelId="{C5905EAE-BFE6-48B2-8FDE-BBFF3D2B5995}" cxnId="{A940F623-85A2-4E49-B5D6-E83A2E8E9EC2}" type="parTrans">
      <dgm:prSet/>
      <dgm:spPr/>
    </dgm:pt>
    <dgm:pt modelId="{0F0CB164-9B34-47BB-9F8C-5E60E47D2B0D}" cxnId="{A940F623-85A2-4E49-B5D6-E83A2E8E9EC2}" type="sibTrans">
      <dgm:prSet/>
      <dgm:spPr/>
    </dgm:pt>
    <dgm:pt modelId="{7894115B-AABB-46F2-A52E-C27597016790}" type="pres">
      <dgm:prSet presAssocID="{B3B61304-4A0F-4E11-8080-599F9186F6A5}" presName="Name0" presStyleCnt="0">
        <dgm:presLayoutVars>
          <dgm:dir/>
          <dgm:animLvl val="lvl"/>
          <dgm:resizeHandles val="exact"/>
        </dgm:presLayoutVars>
      </dgm:prSet>
      <dgm:spPr/>
    </dgm:pt>
    <dgm:pt modelId="{56D916F2-6768-419D-835D-0E92CC7C803C}" type="pres">
      <dgm:prSet presAssocID="{B3B61304-4A0F-4E11-8080-599F9186F6A5}" presName="tSp" presStyleCnt="0"/>
      <dgm:spPr/>
    </dgm:pt>
    <dgm:pt modelId="{ECD0F423-0D40-44D8-AF71-D97C3F9DF26B}" type="pres">
      <dgm:prSet presAssocID="{B3B61304-4A0F-4E11-8080-599F9186F6A5}" presName="bSp" presStyleCnt="0"/>
      <dgm:spPr/>
    </dgm:pt>
    <dgm:pt modelId="{77157E72-C09D-4CF2-AEC0-0324FBF39226}" type="pres">
      <dgm:prSet presAssocID="{B3B61304-4A0F-4E11-8080-599F9186F6A5}" presName="process" presStyleCnt="0"/>
      <dgm:spPr/>
    </dgm:pt>
    <dgm:pt modelId="{11F94AA4-0180-4F59-92A1-9456FE355EE0}" type="pres">
      <dgm:prSet presAssocID="{DBF11EEE-13E4-480C-B659-8EAB0A3E4FA3}" presName="composite1" presStyleCnt="0"/>
      <dgm:spPr/>
    </dgm:pt>
    <dgm:pt modelId="{18E4CBBB-7A1C-428F-BB3C-37EB817BE458}" type="pres">
      <dgm:prSet presAssocID="{DBF11EEE-13E4-480C-B659-8EAB0A3E4FA3}" presName="dummyNode1" presStyleCnt="0"/>
      <dgm:spPr/>
    </dgm:pt>
    <dgm:pt modelId="{11517EE1-3CBA-45FE-93D3-A5B0C4B4F908}" type="pres">
      <dgm:prSet presAssocID="{DBF11EEE-13E4-480C-B659-8EAB0A3E4FA3}" presName="childNode1" presStyleLbl="bgAcc1" presStyleIdx="0" presStyleCnt="5">
        <dgm:presLayoutVars>
          <dgm:bulletEnabled val="1"/>
        </dgm:presLayoutVars>
      </dgm:prSet>
      <dgm:spPr/>
    </dgm:pt>
    <dgm:pt modelId="{13992090-347E-442D-9830-EE2FC72D9E2A}" type="pres">
      <dgm:prSet presAssocID="{DBF11EEE-13E4-480C-B659-8EAB0A3E4FA3}" presName="childNode1tx" presStyleCnt="0">
        <dgm:presLayoutVars>
          <dgm:bulletEnabled val="1"/>
        </dgm:presLayoutVars>
      </dgm:prSet>
      <dgm:spPr/>
    </dgm:pt>
    <dgm:pt modelId="{3CAA4707-C074-4C95-8350-2B38F7CFAFBB}" type="pres">
      <dgm:prSet presAssocID="{DBF11EEE-13E4-480C-B659-8EAB0A3E4FA3}" presName="parentNode1" presStyleLbl="node1" presStyleIdx="0" presStyleCnt="5">
        <dgm:presLayoutVars>
          <dgm:chMax val="1"/>
          <dgm:bulletEnabled val="1"/>
        </dgm:presLayoutVars>
      </dgm:prSet>
      <dgm:spPr/>
    </dgm:pt>
    <dgm:pt modelId="{1536DBDC-93BE-432E-AC30-9FB0E874BBE0}" type="pres">
      <dgm:prSet presAssocID="{DBF11EEE-13E4-480C-B659-8EAB0A3E4FA3}" presName="connSite1" presStyleCnt="0"/>
      <dgm:spPr/>
    </dgm:pt>
    <dgm:pt modelId="{A15AFDA8-7C4E-4B9F-9A88-E0DA3492DCCE}" type="pres">
      <dgm:prSet presAssocID="{43C1507F-3971-4876-A32F-E1935454B926}" presName="Name9" presStyleLbl="sibTrans2D1" presStyleIdx="0" presStyleCnt="4"/>
      <dgm:spPr/>
    </dgm:pt>
    <dgm:pt modelId="{A86F0F44-8EA0-4240-B51F-11A0D800F828}" type="pres">
      <dgm:prSet presAssocID="{06475F0D-9D1A-4BF5-AEE3-CD3F880BC44A}" presName="composite2" presStyleCnt="0"/>
      <dgm:spPr/>
    </dgm:pt>
    <dgm:pt modelId="{52D9836F-D6D7-422B-8536-A5C35AC96D58}" type="pres">
      <dgm:prSet presAssocID="{06475F0D-9D1A-4BF5-AEE3-CD3F880BC44A}" presName="dummyNode2" presStyleCnt="0"/>
      <dgm:spPr/>
    </dgm:pt>
    <dgm:pt modelId="{BF6D9950-A9A6-4976-B210-BF45204737F0}" type="pres">
      <dgm:prSet presAssocID="{06475F0D-9D1A-4BF5-AEE3-CD3F880BC44A}" presName="childNode2" presStyleLbl="bgAcc1" presStyleIdx="1" presStyleCnt="5">
        <dgm:presLayoutVars>
          <dgm:bulletEnabled val="1"/>
        </dgm:presLayoutVars>
      </dgm:prSet>
      <dgm:spPr/>
    </dgm:pt>
    <dgm:pt modelId="{3FD9702E-5AB2-40E6-8777-C417E846C792}" type="pres">
      <dgm:prSet presAssocID="{06475F0D-9D1A-4BF5-AEE3-CD3F880BC44A}" presName="childNode2tx" presStyleCnt="0">
        <dgm:presLayoutVars>
          <dgm:bulletEnabled val="1"/>
        </dgm:presLayoutVars>
      </dgm:prSet>
      <dgm:spPr/>
    </dgm:pt>
    <dgm:pt modelId="{CF92DD9F-3FDB-45CA-8A2B-ADB016908398}" type="pres">
      <dgm:prSet presAssocID="{06475F0D-9D1A-4BF5-AEE3-CD3F880BC44A}" presName="parentNode2" presStyleLbl="node1" presStyleIdx="1" presStyleCnt="5">
        <dgm:presLayoutVars>
          <dgm:chMax val="0"/>
          <dgm:bulletEnabled val="1"/>
        </dgm:presLayoutVars>
      </dgm:prSet>
      <dgm:spPr/>
    </dgm:pt>
    <dgm:pt modelId="{3296AD52-20D7-4B98-941B-9E565B5900BF}" type="pres">
      <dgm:prSet presAssocID="{06475F0D-9D1A-4BF5-AEE3-CD3F880BC44A}" presName="connSite2" presStyleCnt="0"/>
      <dgm:spPr/>
    </dgm:pt>
    <dgm:pt modelId="{F0FD25A5-7F99-425D-9E6A-0295BEDA9C51}" type="pres">
      <dgm:prSet presAssocID="{4BD710C9-2F9D-441E-B548-A9989C0147D7}" presName="Name18" presStyleLbl="sibTrans2D1" presStyleIdx="1" presStyleCnt="4"/>
      <dgm:spPr/>
    </dgm:pt>
    <dgm:pt modelId="{BF7883A3-EDF5-485C-8EE4-7A1B24FFA4FC}" type="pres">
      <dgm:prSet presAssocID="{C17EA81B-EE8F-4BEA-9D93-831900C89C00}" presName="composite1" presStyleCnt="0"/>
      <dgm:spPr/>
    </dgm:pt>
    <dgm:pt modelId="{5E7E1609-9918-4470-9507-38BCA72D14FC}" type="pres">
      <dgm:prSet presAssocID="{C17EA81B-EE8F-4BEA-9D93-831900C89C00}" presName="dummyNode1" presStyleCnt="0"/>
      <dgm:spPr/>
    </dgm:pt>
    <dgm:pt modelId="{D8259A38-B16D-45D6-AF7C-449E9AF5D33F}" type="pres">
      <dgm:prSet presAssocID="{C17EA81B-EE8F-4BEA-9D93-831900C89C00}" presName="childNode1" presStyleLbl="bgAcc1" presStyleIdx="2" presStyleCnt="5">
        <dgm:presLayoutVars>
          <dgm:bulletEnabled val="1"/>
        </dgm:presLayoutVars>
      </dgm:prSet>
      <dgm:spPr/>
    </dgm:pt>
    <dgm:pt modelId="{4FC395A2-0E77-4E0C-B7FE-057C647AF6DA}" type="pres">
      <dgm:prSet presAssocID="{C17EA81B-EE8F-4BEA-9D93-831900C89C00}" presName="childNode1tx" presStyleCnt="0">
        <dgm:presLayoutVars>
          <dgm:bulletEnabled val="1"/>
        </dgm:presLayoutVars>
      </dgm:prSet>
      <dgm:spPr/>
    </dgm:pt>
    <dgm:pt modelId="{B14CDE25-1EB6-46BA-8C37-39D72DE88AC0}" type="pres">
      <dgm:prSet presAssocID="{C17EA81B-EE8F-4BEA-9D93-831900C89C00}" presName="parentNode1" presStyleLbl="node1" presStyleIdx="2" presStyleCnt="5">
        <dgm:presLayoutVars>
          <dgm:chMax val="1"/>
          <dgm:bulletEnabled val="1"/>
        </dgm:presLayoutVars>
      </dgm:prSet>
      <dgm:spPr/>
    </dgm:pt>
    <dgm:pt modelId="{5B40E31C-ED6C-48FF-A9FD-08452B967E8B}" type="pres">
      <dgm:prSet presAssocID="{C17EA81B-EE8F-4BEA-9D93-831900C89C00}" presName="connSite1" presStyleCnt="0"/>
      <dgm:spPr/>
    </dgm:pt>
    <dgm:pt modelId="{5ABE4A0A-E535-469F-B9C3-1AA518AA9E7C}" type="pres">
      <dgm:prSet presAssocID="{40C2F390-CB3F-4BF4-827D-B8018A5F3BB7}" presName="Name9" presStyleLbl="sibTrans2D1" presStyleIdx="2" presStyleCnt="4"/>
      <dgm:spPr/>
    </dgm:pt>
    <dgm:pt modelId="{3720B3D4-B04E-4226-96AB-0F601F21E949}" type="pres">
      <dgm:prSet presAssocID="{89CF50F2-3EE8-4308-BA46-57745656A4AA}" presName="composite2" presStyleCnt="0"/>
      <dgm:spPr/>
    </dgm:pt>
    <dgm:pt modelId="{1DA528E7-DE4D-4AE1-92D3-620DEC1A3303}" type="pres">
      <dgm:prSet presAssocID="{89CF50F2-3EE8-4308-BA46-57745656A4AA}" presName="dummyNode2" presStyleCnt="0"/>
      <dgm:spPr/>
    </dgm:pt>
    <dgm:pt modelId="{E92C59FA-91B7-4EDF-B110-246D394773FC}" type="pres">
      <dgm:prSet presAssocID="{89CF50F2-3EE8-4308-BA46-57745656A4AA}" presName="childNode2" presStyleLbl="bgAcc1" presStyleIdx="3" presStyleCnt="5">
        <dgm:presLayoutVars>
          <dgm:bulletEnabled val="1"/>
        </dgm:presLayoutVars>
      </dgm:prSet>
      <dgm:spPr/>
    </dgm:pt>
    <dgm:pt modelId="{1D404415-5542-4D18-9715-C09B29E03F7E}" type="pres">
      <dgm:prSet presAssocID="{89CF50F2-3EE8-4308-BA46-57745656A4AA}" presName="childNode2tx" presStyleCnt="0">
        <dgm:presLayoutVars>
          <dgm:bulletEnabled val="1"/>
        </dgm:presLayoutVars>
      </dgm:prSet>
      <dgm:spPr/>
    </dgm:pt>
    <dgm:pt modelId="{F9EB39DC-373A-466F-9421-DFAAE2742D36}" type="pres">
      <dgm:prSet presAssocID="{89CF50F2-3EE8-4308-BA46-57745656A4AA}" presName="parentNode2" presStyleLbl="node1" presStyleIdx="3" presStyleCnt="5">
        <dgm:presLayoutVars>
          <dgm:chMax val="0"/>
          <dgm:bulletEnabled val="1"/>
        </dgm:presLayoutVars>
      </dgm:prSet>
      <dgm:spPr/>
    </dgm:pt>
    <dgm:pt modelId="{34BC0C44-EFE4-49AD-88B1-0E560190C084}" type="pres">
      <dgm:prSet presAssocID="{89CF50F2-3EE8-4308-BA46-57745656A4AA}" presName="connSite2" presStyleCnt="0"/>
      <dgm:spPr/>
    </dgm:pt>
    <dgm:pt modelId="{68AC76B4-B602-490E-B672-8D381D8EEF91}" type="pres">
      <dgm:prSet presAssocID="{9604C662-124F-4916-B7BB-4DF131431D56}" presName="Name18" presStyleLbl="sibTrans2D1" presStyleIdx="3" presStyleCnt="4"/>
      <dgm:spPr/>
    </dgm:pt>
    <dgm:pt modelId="{25FC4BC5-3823-4635-B73B-C0FA7667F597}" type="pres">
      <dgm:prSet presAssocID="{A4CBB6B8-84E6-41DA-A253-F380CBF4C16F}" presName="composite1" presStyleCnt="0"/>
      <dgm:spPr/>
    </dgm:pt>
    <dgm:pt modelId="{7797B79A-A706-4520-B501-1FDD89123C6C}" type="pres">
      <dgm:prSet presAssocID="{A4CBB6B8-84E6-41DA-A253-F380CBF4C16F}" presName="dummyNode1" presStyleCnt="0"/>
      <dgm:spPr/>
    </dgm:pt>
    <dgm:pt modelId="{9F4E62C8-80D5-491A-AAB3-6ECC97A2D180}" type="pres">
      <dgm:prSet presAssocID="{A4CBB6B8-84E6-41DA-A253-F380CBF4C16F}" presName="childNode1" presStyleLbl="bgAcc1" presStyleIdx="4" presStyleCnt="5">
        <dgm:presLayoutVars>
          <dgm:bulletEnabled val="1"/>
        </dgm:presLayoutVars>
      </dgm:prSet>
      <dgm:spPr/>
    </dgm:pt>
    <dgm:pt modelId="{DF29A6E9-9964-44DF-AA5A-632BABFBEBB3}" type="pres">
      <dgm:prSet presAssocID="{A4CBB6B8-84E6-41DA-A253-F380CBF4C16F}" presName="childNode1tx" presStyleCnt="0">
        <dgm:presLayoutVars>
          <dgm:bulletEnabled val="1"/>
        </dgm:presLayoutVars>
      </dgm:prSet>
      <dgm:spPr/>
    </dgm:pt>
    <dgm:pt modelId="{7B1C1B0A-186B-4968-AF23-12A6D2CFB47D}" type="pres">
      <dgm:prSet presAssocID="{A4CBB6B8-84E6-41DA-A253-F380CBF4C16F}" presName="parentNode1" presStyleLbl="node1" presStyleIdx="4" presStyleCnt="5">
        <dgm:presLayoutVars>
          <dgm:chMax val="1"/>
          <dgm:bulletEnabled val="1"/>
        </dgm:presLayoutVars>
      </dgm:prSet>
      <dgm:spPr/>
    </dgm:pt>
    <dgm:pt modelId="{FD6DD912-44F5-45DB-AFBF-554C9B83EE53}" type="pres">
      <dgm:prSet presAssocID="{A4CBB6B8-84E6-41DA-A253-F380CBF4C16F}" presName="connSite1" presStyleCnt="0"/>
      <dgm:spPr/>
    </dgm:pt>
  </dgm:ptLst>
  <dgm:cxnLst>
    <dgm:cxn modelId="{2B3683EF-5AD1-4241-997A-0465B520FF77}" srcId="{B3B61304-4A0F-4E11-8080-599F9186F6A5}" destId="{DBF11EEE-13E4-480C-B659-8EAB0A3E4FA3}" srcOrd="0" destOrd="0" parTransId="{2C9F04B1-627C-4FBD-B83A-B8644783FF44}" sibTransId="{43C1507F-3971-4876-A32F-E1935454B926}"/>
    <dgm:cxn modelId="{495CD620-B74F-476E-9235-F5B4E75034F8}" srcId="{DBF11EEE-13E4-480C-B659-8EAB0A3E4FA3}" destId="{604E0449-C09C-43A6-B98B-A2C38EA2EACF}" srcOrd="0" destOrd="0" parTransId="{FA865933-EB62-45CF-86F2-476E357988C3}" sibTransId="{B5FD7858-01BD-4B06-B1D4-464A17119E6D}"/>
    <dgm:cxn modelId="{AAE2799B-D12E-4BED-9F22-50D2B76AB3EE}" srcId="{DBF11EEE-13E4-480C-B659-8EAB0A3E4FA3}" destId="{08874FB1-F6E1-4D7C-91E0-B0DB54FD1DC9}" srcOrd="1" destOrd="0" parTransId="{8E94CC71-3AB2-4D9F-B227-B800A4AB2360}" sibTransId="{480C5F01-B18B-42CA-A1E1-6CE7F89E9093}"/>
    <dgm:cxn modelId="{559E9285-D5CD-4326-B394-1932FF30402C}" srcId="{DBF11EEE-13E4-480C-B659-8EAB0A3E4FA3}" destId="{EEF77119-ED81-4E76-9A9F-2410AB118E32}" srcOrd="2" destOrd="0" parTransId="{5A26F707-9965-4D26-B49A-0AA471CDB03F}" sibTransId="{BBA49461-B3EE-4A05-B253-49DA879F6824}"/>
    <dgm:cxn modelId="{1851AA52-6898-47FB-B47F-B77E77465C87}" srcId="{DBF11EEE-13E4-480C-B659-8EAB0A3E4FA3}" destId="{A57FEC76-D937-4EA7-A786-16C9AD510B7A}" srcOrd="3" destOrd="0" parTransId="{8DDC9DD2-77A6-43FE-8003-508C7E5EB9F0}" sibTransId="{D23A250E-324A-4703-AB5B-A7410581BC44}"/>
    <dgm:cxn modelId="{8D23D2D7-431A-4EE8-AB88-E82ABFCCCE71}" srcId="{B3B61304-4A0F-4E11-8080-599F9186F6A5}" destId="{06475F0D-9D1A-4BF5-AEE3-CD3F880BC44A}" srcOrd="1" destOrd="0" parTransId="{E99562FF-418F-46D1-8F86-E0992ED7BA8E}" sibTransId="{4BD710C9-2F9D-441E-B548-A9989C0147D7}"/>
    <dgm:cxn modelId="{2A2313DE-DC58-4F15-8157-69CE34D26742}" srcId="{06475F0D-9D1A-4BF5-AEE3-CD3F880BC44A}" destId="{FE2A3430-07B7-4AF8-8050-E9E6630C707F}" srcOrd="0" destOrd="1" parTransId="{FB51E315-BC56-4135-BA1D-66E640931F3A}" sibTransId="{9ADD2677-777A-4E9D-AE48-B83F0BAD6874}"/>
    <dgm:cxn modelId="{5FEB8E07-19A2-4169-BE5C-2F9D377C27E0}" srcId="{06475F0D-9D1A-4BF5-AEE3-CD3F880BC44A}" destId="{E17B56DC-255D-49B8-A3AD-FA2027C9C454}" srcOrd="1" destOrd="1" parTransId="{BB65228F-823E-49DF-B473-5DE432D065C8}" sibTransId="{2BD43AF3-F0EE-495B-8242-F65D1D25ACD4}"/>
    <dgm:cxn modelId="{98C7B1D4-25E8-48BA-9228-29CE54D8180D}" srcId="{06475F0D-9D1A-4BF5-AEE3-CD3F880BC44A}" destId="{E43C3595-C9A5-4529-85D0-94D4702834A5}" srcOrd="2" destOrd="1" parTransId="{D7F7DA1A-DFA2-46B3-A84D-5DD1155DC6C7}" sibTransId="{FA461F10-DDA7-4169-9BDC-D55FCFF0592B}"/>
    <dgm:cxn modelId="{107F0D3C-69B4-47B8-834E-63A11D54E5F6}" srcId="{06475F0D-9D1A-4BF5-AEE3-CD3F880BC44A}" destId="{E79C662D-1E9E-4A52-A698-3A5FFD0AC179}" srcOrd="3" destOrd="1" parTransId="{7C3388BB-AB42-4DFA-AA70-D633CC4C78A0}" sibTransId="{69E07F3D-54AC-418C-A205-32BEA06B938D}"/>
    <dgm:cxn modelId="{E613660C-D875-4C22-8A0B-63382EA0D320}" srcId="{06475F0D-9D1A-4BF5-AEE3-CD3F880BC44A}" destId="{0AC4E53A-EC35-4B8F-B3D9-F17196C46928}" srcOrd="4" destOrd="1" parTransId="{1394EA10-0FD9-4BFB-BE7F-F6FF19D0B5E6}" sibTransId="{6C7E444C-E400-4197-AEED-20F43CF5882F}"/>
    <dgm:cxn modelId="{CA6C7270-9FC9-4EC9-B571-A9CCA97B5729}" srcId="{B3B61304-4A0F-4E11-8080-599F9186F6A5}" destId="{C17EA81B-EE8F-4BEA-9D93-831900C89C00}" srcOrd="2" destOrd="0" parTransId="{D73C192A-A373-4ACC-BFC9-76609E41CF4E}" sibTransId="{40C2F390-CB3F-4BF4-827D-B8018A5F3BB7}"/>
    <dgm:cxn modelId="{DB39CC29-4D91-425F-8AB8-A390862D9DA0}" srcId="{C17EA81B-EE8F-4BEA-9D93-831900C89C00}" destId="{2E055442-BDF6-42BD-8A8A-460CDF6F5C5E}" srcOrd="0" destOrd="2" parTransId="{291EBA52-15FB-4985-9632-D5F9BE62ACD1}" sibTransId="{87346316-64F3-4945-9984-33BC77341C9F}"/>
    <dgm:cxn modelId="{37E279E0-971A-430E-BFB6-EF0C7E7B6987}" srcId="{C17EA81B-EE8F-4BEA-9D93-831900C89C00}" destId="{A7D4F63D-2EF5-441B-8F8C-8AF5ADE264EE}" srcOrd="1" destOrd="2" parTransId="{6A387276-C9D2-44BE-9D3B-1E6B7F684B59}" sibTransId="{4A659689-AC7D-4129-9314-FE18A29630D7}"/>
    <dgm:cxn modelId="{8197E9C6-9FD7-4863-9D50-9D5494A977CF}" srcId="{C17EA81B-EE8F-4BEA-9D93-831900C89C00}" destId="{E7A59B34-729B-44EF-B2F8-D978BF1A3398}" srcOrd="2" destOrd="2" parTransId="{25203B50-F409-4056-8B8E-99169930F248}" sibTransId="{33C7540B-028A-4CBA-BAC3-38B8450498CC}"/>
    <dgm:cxn modelId="{A273A027-CB5C-4DE5-98E5-92FFD76D0D1F}" srcId="{C17EA81B-EE8F-4BEA-9D93-831900C89C00}" destId="{AD0A0C3C-1297-4248-A587-BA7336013709}" srcOrd="3" destOrd="2" parTransId="{CEEE0851-E814-4659-9C3C-9ADA79BF96B2}" sibTransId="{DC265630-647C-4D4C-8FC2-CBB98EE87762}"/>
    <dgm:cxn modelId="{C4CC0654-BCEE-47B7-B81C-00B0FB859A5D}" srcId="{B3B61304-4A0F-4E11-8080-599F9186F6A5}" destId="{89CF50F2-3EE8-4308-BA46-57745656A4AA}" srcOrd="3" destOrd="0" parTransId="{D242A0FB-DF73-49CA-BA3C-BD459F366127}" sibTransId="{9604C662-124F-4916-B7BB-4DF131431D56}"/>
    <dgm:cxn modelId="{B3A0C311-C4AC-4FB8-8584-70B8A282DAA8}" srcId="{89CF50F2-3EE8-4308-BA46-57745656A4AA}" destId="{9A46A96D-7081-4C81-BD1E-4B7F6E9BD97E}" srcOrd="0" destOrd="3" parTransId="{D3AEF33B-A06A-420E-9ADF-C2B9A08A1AC7}" sibTransId="{128516E2-A7AA-457A-94DD-0B4EAC4385B1}"/>
    <dgm:cxn modelId="{6D700294-A9BC-47DB-9056-F7D69ACEE38B}" srcId="{89CF50F2-3EE8-4308-BA46-57745656A4AA}" destId="{D3D602B7-4FA4-4A89-9D68-66D2FF665087}" srcOrd="1" destOrd="3" parTransId="{92326581-1878-4CF6-B947-18FBF8A20793}" sibTransId="{57F137AC-98E0-4926-8CBF-25B1BDEE5C49}"/>
    <dgm:cxn modelId="{67C3C7E9-48CB-4B21-A905-508E0C068281}" srcId="{89CF50F2-3EE8-4308-BA46-57745656A4AA}" destId="{64B4BBFB-5E6B-4F81-A2E6-BE639E5B5AAB}" srcOrd="2" destOrd="3" parTransId="{392C114F-8333-4976-862D-A11757A768CD}" sibTransId="{D79CAF34-4AC6-4680-B64F-6A71D8E7725D}"/>
    <dgm:cxn modelId="{CC4A07A3-EDA8-4878-AEB9-56C2BED3C2B5}" srcId="{B3B61304-4A0F-4E11-8080-599F9186F6A5}" destId="{A4CBB6B8-84E6-41DA-A253-F380CBF4C16F}" srcOrd="4" destOrd="0" parTransId="{6BF9AA0B-A851-4ABD-9BE8-1336C9738AB8}" sibTransId="{B71ACFC2-160E-4438-99B2-0295109B5775}"/>
    <dgm:cxn modelId="{CBDB02E0-CACD-4693-86AD-6A671DAA8CA4}" srcId="{A4CBB6B8-84E6-41DA-A253-F380CBF4C16F}" destId="{A184F868-F0D9-46CE-AE07-77792588CD54}" srcOrd="0" destOrd="4" parTransId="{AC7C340E-C235-4AE6-99C9-EF7647256534}" sibTransId="{2E5D434B-86E4-420B-B56B-2982DC2599C6}"/>
    <dgm:cxn modelId="{69028129-F58B-4424-BD47-C1FC927470F5}" srcId="{A4CBB6B8-84E6-41DA-A253-F380CBF4C16F}" destId="{DC0DECF4-A49B-47E3-90B9-71CCAB8FA5DC}" srcOrd="1" destOrd="4" parTransId="{B8868370-650E-4985-B89B-041744C770B1}" sibTransId="{5A65E4AE-B1AE-487D-A735-59338A93C25D}"/>
    <dgm:cxn modelId="{EBBBC241-DA27-4756-BFD4-530D5A89010D}" srcId="{A4CBB6B8-84E6-41DA-A253-F380CBF4C16F}" destId="{50C1019A-8CC3-452E-A48A-21A528287883}" srcOrd="2" destOrd="4" parTransId="{CCCD92A7-4231-4824-BA54-49DC4FFCFE36}" sibTransId="{C6B64DBC-992B-45EB-BFAE-6BE36BF5586F}"/>
    <dgm:cxn modelId="{D5FBF6DB-D2A0-4538-8869-E33397103336}" srcId="{A4CBB6B8-84E6-41DA-A253-F380CBF4C16F}" destId="{859BADA4-7E10-41D5-A45B-0DA5C778E63C}" srcOrd="3" destOrd="4" parTransId="{12BB7DAD-F670-447C-B552-E4D35C981236}" sibTransId="{1BF5F6EF-8CE3-4734-AF91-7CE303455C02}"/>
    <dgm:cxn modelId="{0DF8B8B2-A4B3-4C42-AF9D-4938438048D1}" srcId="{A4CBB6B8-84E6-41DA-A253-F380CBF4C16F}" destId="{1E604459-29D5-4C95-8FB4-D3C6F95F03C5}" srcOrd="4" destOrd="4" parTransId="{F586313F-6E4C-44BC-A4B3-217318FC722E}" sibTransId="{598980E6-C9DD-43C2-9A47-5906BEB1E106}"/>
    <dgm:cxn modelId="{A940F623-85A2-4E49-B5D6-E83A2E8E9EC2}" srcId="{A4CBB6B8-84E6-41DA-A253-F380CBF4C16F}" destId="{4150C4B7-D660-407D-BEF9-01A927681DD5}" srcOrd="5" destOrd="4" parTransId="{C5905EAE-BFE6-48B2-8FDE-BBFF3D2B5995}" sibTransId="{0F0CB164-9B34-47BB-9F8C-5E60E47D2B0D}"/>
    <dgm:cxn modelId="{42A02820-DCB3-4C17-9A32-D8D6C4BCC9E6}" type="presOf" srcId="{B3B61304-4A0F-4E11-8080-599F9186F6A5}" destId="{7894115B-AABB-46F2-A52E-C27597016790}" srcOrd="0" destOrd="0" presId="urn:microsoft.com/office/officeart/2005/8/layout/hProcess4"/>
    <dgm:cxn modelId="{86AC66E8-EB57-4460-BD33-1796F62AA754}" type="presParOf" srcId="{7894115B-AABB-46F2-A52E-C27597016790}" destId="{56D916F2-6768-419D-835D-0E92CC7C803C}" srcOrd="0" destOrd="0" presId="urn:microsoft.com/office/officeart/2005/8/layout/hProcess4"/>
    <dgm:cxn modelId="{BA29825F-3805-4CFD-A352-16E843EBBACD}" type="presParOf" srcId="{7894115B-AABB-46F2-A52E-C27597016790}" destId="{ECD0F423-0D40-44D8-AF71-D97C3F9DF26B}" srcOrd="1" destOrd="0" presId="urn:microsoft.com/office/officeart/2005/8/layout/hProcess4"/>
    <dgm:cxn modelId="{29CF02FC-977C-4E94-9606-3A0E94280BB6}" type="presParOf" srcId="{7894115B-AABB-46F2-A52E-C27597016790}" destId="{77157E72-C09D-4CF2-AEC0-0324FBF39226}" srcOrd="2" destOrd="0" presId="urn:microsoft.com/office/officeart/2005/8/layout/hProcess4"/>
    <dgm:cxn modelId="{81B14FF3-9423-447A-8460-4E1590678197}" type="presParOf" srcId="{77157E72-C09D-4CF2-AEC0-0324FBF39226}" destId="{11F94AA4-0180-4F59-92A1-9456FE355EE0}" srcOrd="0" destOrd="2" presId="urn:microsoft.com/office/officeart/2005/8/layout/hProcess4"/>
    <dgm:cxn modelId="{3E220BEE-0F87-4D2E-98A1-F37AF997126C}" type="presParOf" srcId="{11F94AA4-0180-4F59-92A1-9456FE355EE0}" destId="{18E4CBBB-7A1C-428F-BB3C-37EB817BE458}" srcOrd="0" destOrd="0" presId="urn:microsoft.com/office/officeart/2005/8/layout/hProcess4"/>
    <dgm:cxn modelId="{CB513A99-A660-49C8-A727-9066DD05D6CF}" type="presParOf" srcId="{11F94AA4-0180-4F59-92A1-9456FE355EE0}" destId="{11517EE1-3CBA-45FE-93D3-A5B0C4B4F908}" srcOrd="1" destOrd="0" presId="urn:microsoft.com/office/officeart/2005/8/layout/hProcess4"/>
    <dgm:cxn modelId="{F8D793BD-D2DD-4360-BDB5-85ED16BE8426}" type="presOf" srcId="{604E0449-C09C-43A6-B98B-A2C38EA2EACF}" destId="{11517EE1-3CBA-45FE-93D3-A5B0C4B4F908}" srcOrd="0" destOrd="0" presId="urn:microsoft.com/office/officeart/2005/8/layout/hProcess4"/>
    <dgm:cxn modelId="{9E7110E1-9BBB-4B4C-84DB-FFAA4A4AA3BD}" type="presOf" srcId="{08874FB1-F6E1-4D7C-91E0-B0DB54FD1DC9}" destId="{11517EE1-3CBA-45FE-93D3-A5B0C4B4F908}" srcOrd="0" destOrd="1" presId="urn:microsoft.com/office/officeart/2005/8/layout/hProcess4"/>
    <dgm:cxn modelId="{130CA8AA-0391-4685-BA21-3C9300A6CAC3}" type="presOf" srcId="{EEF77119-ED81-4E76-9A9F-2410AB118E32}" destId="{11517EE1-3CBA-45FE-93D3-A5B0C4B4F908}" srcOrd="0" destOrd="2" presId="urn:microsoft.com/office/officeart/2005/8/layout/hProcess4"/>
    <dgm:cxn modelId="{5A0438FB-3B74-4EC8-AD49-3A66971DC965}" type="presOf" srcId="{A57FEC76-D937-4EA7-A786-16C9AD510B7A}" destId="{11517EE1-3CBA-45FE-93D3-A5B0C4B4F908}" srcOrd="0" destOrd="3" presId="urn:microsoft.com/office/officeart/2005/8/layout/hProcess4"/>
    <dgm:cxn modelId="{C1FD453C-B014-4365-8EDB-D6F8EC5A6752}" type="presParOf" srcId="{11F94AA4-0180-4F59-92A1-9456FE355EE0}" destId="{13992090-347E-442D-9830-EE2FC72D9E2A}" srcOrd="2" destOrd="0" presId="urn:microsoft.com/office/officeart/2005/8/layout/hProcess4"/>
    <dgm:cxn modelId="{7819C4DC-E7A3-4D48-9737-7DF22A9D3125}" type="presOf" srcId="{604E0449-C09C-43A6-B98B-A2C38EA2EACF}" destId="{13992090-347E-442D-9830-EE2FC72D9E2A}" srcOrd="1" destOrd="0" presId="urn:microsoft.com/office/officeart/2005/8/layout/hProcess4"/>
    <dgm:cxn modelId="{0A444579-1693-4D21-98ED-F5F4A3B35F38}" type="presOf" srcId="{08874FB1-F6E1-4D7C-91E0-B0DB54FD1DC9}" destId="{13992090-347E-442D-9830-EE2FC72D9E2A}" srcOrd="1" destOrd="1" presId="urn:microsoft.com/office/officeart/2005/8/layout/hProcess4"/>
    <dgm:cxn modelId="{D073058C-740E-4044-A8AC-8F1452323F45}" type="presOf" srcId="{EEF77119-ED81-4E76-9A9F-2410AB118E32}" destId="{13992090-347E-442D-9830-EE2FC72D9E2A}" srcOrd="1" destOrd="2" presId="urn:microsoft.com/office/officeart/2005/8/layout/hProcess4"/>
    <dgm:cxn modelId="{66A15024-EFB4-45A3-B794-0F365E9B3AF8}" type="presOf" srcId="{A57FEC76-D937-4EA7-A786-16C9AD510B7A}" destId="{13992090-347E-442D-9830-EE2FC72D9E2A}" srcOrd="1" destOrd="3" presId="urn:microsoft.com/office/officeart/2005/8/layout/hProcess4"/>
    <dgm:cxn modelId="{4CB2054C-4DB3-4D1A-B46E-B8BA17AD1AD6}" type="presParOf" srcId="{11F94AA4-0180-4F59-92A1-9456FE355EE0}" destId="{3CAA4707-C074-4C95-8350-2B38F7CFAFBB}" srcOrd="3" destOrd="0" presId="urn:microsoft.com/office/officeart/2005/8/layout/hProcess4"/>
    <dgm:cxn modelId="{D67C4658-607A-44EF-897A-FC6F327B754D}" type="presOf" srcId="{DBF11EEE-13E4-480C-B659-8EAB0A3E4FA3}" destId="{3CAA4707-C074-4C95-8350-2B38F7CFAFBB}" srcOrd="0" destOrd="0" presId="urn:microsoft.com/office/officeart/2005/8/layout/hProcess4"/>
    <dgm:cxn modelId="{F2D2B293-8954-41DB-89DE-43D85EC1F67C}" type="presParOf" srcId="{11F94AA4-0180-4F59-92A1-9456FE355EE0}" destId="{1536DBDC-93BE-432E-AC30-9FB0E874BBE0}" srcOrd="4" destOrd="0" presId="urn:microsoft.com/office/officeart/2005/8/layout/hProcess4"/>
    <dgm:cxn modelId="{C8B6EEF2-E8DB-47CD-B883-33EA22936D23}" type="presParOf" srcId="{77157E72-C09D-4CF2-AEC0-0324FBF39226}" destId="{A15AFDA8-7C4E-4B9F-9A88-E0DA3492DCCE}" srcOrd="1" destOrd="2" presId="urn:microsoft.com/office/officeart/2005/8/layout/hProcess4"/>
    <dgm:cxn modelId="{03E1D812-4B47-461C-B5B7-4EB764A3AC99}" type="presOf" srcId="{43C1507F-3971-4876-A32F-E1935454B926}" destId="{A15AFDA8-7C4E-4B9F-9A88-E0DA3492DCCE}" srcOrd="0" destOrd="0" presId="urn:microsoft.com/office/officeart/2005/8/layout/hProcess4"/>
    <dgm:cxn modelId="{F2598FB3-7988-4690-957B-A572B620FB46}" type="presParOf" srcId="{77157E72-C09D-4CF2-AEC0-0324FBF39226}" destId="{A86F0F44-8EA0-4240-B51F-11A0D800F828}" srcOrd="2" destOrd="2" presId="urn:microsoft.com/office/officeart/2005/8/layout/hProcess4"/>
    <dgm:cxn modelId="{DF982C1D-215B-4375-922D-D199D9CF405B}" type="presParOf" srcId="{A86F0F44-8EA0-4240-B51F-11A0D800F828}" destId="{52D9836F-D6D7-422B-8536-A5C35AC96D58}" srcOrd="0" destOrd="2" presId="urn:microsoft.com/office/officeart/2005/8/layout/hProcess4"/>
    <dgm:cxn modelId="{DAEE09ED-A099-4859-8AFE-AB9E282CF5CA}" type="presParOf" srcId="{A86F0F44-8EA0-4240-B51F-11A0D800F828}" destId="{BF6D9950-A9A6-4976-B210-BF45204737F0}" srcOrd="1" destOrd="2" presId="urn:microsoft.com/office/officeart/2005/8/layout/hProcess4"/>
    <dgm:cxn modelId="{EF420D46-F1E5-417C-8DEB-5FA3267CB65C}" type="presOf" srcId="{FE2A3430-07B7-4AF8-8050-E9E6630C707F}" destId="{BF6D9950-A9A6-4976-B210-BF45204737F0}" srcOrd="0" destOrd="0" presId="urn:microsoft.com/office/officeart/2005/8/layout/hProcess4"/>
    <dgm:cxn modelId="{2231F4B2-50F4-47C8-915E-CF7AD9079872}" type="presOf" srcId="{E17B56DC-255D-49B8-A3AD-FA2027C9C454}" destId="{BF6D9950-A9A6-4976-B210-BF45204737F0}" srcOrd="0" destOrd="1" presId="urn:microsoft.com/office/officeart/2005/8/layout/hProcess4"/>
    <dgm:cxn modelId="{1A3FC8D2-AC26-4272-BA4C-8D8EEF8021FD}" type="presOf" srcId="{E43C3595-C9A5-4529-85D0-94D4702834A5}" destId="{BF6D9950-A9A6-4976-B210-BF45204737F0}" srcOrd="0" destOrd="2" presId="urn:microsoft.com/office/officeart/2005/8/layout/hProcess4"/>
    <dgm:cxn modelId="{99C67900-FF7A-4D15-BF6D-5E5237E541B1}" type="presOf" srcId="{E79C662D-1E9E-4A52-A698-3A5FFD0AC179}" destId="{BF6D9950-A9A6-4976-B210-BF45204737F0}" srcOrd="0" destOrd="3" presId="urn:microsoft.com/office/officeart/2005/8/layout/hProcess4"/>
    <dgm:cxn modelId="{022CC7C1-F358-41F6-9FDD-78030E18A0DA}" type="presOf" srcId="{0AC4E53A-EC35-4B8F-B3D9-F17196C46928}" destId="{BF6D9950-A9A6-4976-B210-BF45204737F0}" srcOrd="0" destOrd="4" presId="urn:microsoft.com/office/officeart/2005/8/layout/hProcess4"/>
    <dgm:cxn modelId="{ACC90EBA-C4FA-4206-AAB9-A809067A8A82}" type="presParOf" srcId="{A86F0F44-8EA0-4240-B51F-11A0D800F828}" destId="{3FD9702E-5AB2-40E6-8777-C417E846C792}" srcOrd="2" destOrd="2" presId="urn:microsoft.com/office/officeart/2005/8/layout/hProcess4"/>
    <dgm:cxn modelId="{7897415B-7620-4AF5-BCAA-7ADE86B4CB90}" type="presOf" srcId="{FE2A3430-07B7-4AF8-8050-E9E6630C707F}" destId="{3FD9702E-5AB2-40E6-8777-C417E846C792}" srcOrd="1" destOrd="0" presId="urn:microsoft.com/office/officeart/2005/8/layout/hProcess4"/>
    <dgm:cxn modelId="{FE473ABF-D65B-46BC-9B40-60A661CCACBC}" type="presOf" srcId="{E17B56DC-255D-49B8-A3AD-FA2027C9C454}" destId="{3FD9702E-5AB2-40E6-8777-C417E846C792}" srcOrd="1" destOrd="1" presId="urn:microsoft.com/office/officeart/2005/8/layout/hProcess4"/>
    <dgm:cxn modelId="{17CCF625-0F69-4DE6-9B47-C244DE7BE4D0}" type="presOf" srcId="{E43C3595-C9A5-4529-85D0-94D4702834A5}" destId="{3FD9702E-5AB2-40E6-8777-C417E846C792}" srcOrd="1" destOrd="2" presId="urn:microsoft.com/office/officeart/2005/8/layout/hProcess4"/>
    <dgm:cxn modelId="{A44B589B-CF1E-41F4-96D5-C6D3D7A68BFD}" type="presOf" srcId="{E79C662D-1E9E-4A52-A698-3A5FFD0AC179}" destId="{3FD9702E-5AB2-40E6-8777-C417E846C792}" srcOrd="1" destOrd="3" presId="urn:microsoft.com/office/officeart/2005/8/layout/hProcess4"/>
    <dgm:cxn modelId="{BDF96C32-75C0-427E-8983-DAF3943941C8}" type="presOf" srcId="{0AC4E53A-EC35-4B8F-B3D9-F17196C46928}" destId="{3FD9702E-5AB2-40E6-8777-C417E846C792}" srcOrd="1" destOrd="4" presId="urn:microsoft.com/office/officeart/2005/8/layout/hProcess4"/>
    <dgm:cxn modelId="{8AAA3626-498E-4928-89FE-4463A4711FF7}" type="presParOf" srcId="{A86F0F44-8EA0-4240-B51F-11A0D800F828}" destId="{CF92DD9F-3FDB-45CA-8A2B-ADB016908398}" srcOrd="3" destOrd="2" presId="urn:microsoft.com/office/officeart/2005/8/layout/hProcess4"/>
    <dgm:cxn modelId="{904307B0-AAE8-45CE-8898-0A8D73785B2B}" type="presOf" srcId="{06475F0D-9D1A-4BF5-AEE3-CD3F880BC44A}" destId="{CF92DD9F-3FDB-45CA-8A2B-ADB016908398}" srcOrd="0" destOrd="0" presId="urn:microsoft.com/office/officeart/2005/8/layout/hProcess4"/>
    <dgm:cxn modelId="{F5FC50B9-BBD4-434B-8152-A1290A549288}" type="presParOf" srcId="{A86F0F44-8EA0-4240-B51F-11A0D800F828}" destId="{3296AD52-20D7-4B98-941B-9E565B5900BF}" srcOrd="4" destOrd="2" presId="urn:microsoft.com/office/officeart/2005/8/layout/hProcess4"/>
    <dgm:cxn modelId="{2A98E07E-7968-4E83-A714-85D7E3AD0EA0}" type="presParOf" srcId="{77157E72-C09D-4CF2-AEC0-0324FBF39226}" destId="{F0FD25A5-7F99-425D-9E6A-0295BEDA9C51}" srcOrd="3" destOrd="2" presId="urn:microsoft.com/office/officeart/2005/8/layout/hProcess4"/>
    <dgm:cxn modelId="{64155B2F-6694-47BD-93F4-12A5549E24B9}" type="presOf" srcId="{4BD710C9-2F9D-441E-B548-A9989C0147D7}" destId="{F0FD25A5-7F99-425D-9E6A-0295BEDA9C51}" srcOrd="0" destOrd="0" presId="urn:microsoft.com/office/officeart/2005/8/layout/hProcess4"/>
    <dgm:cxn modelId="{036AFD86-0A17-4BAE-A6F1-FDF578F00392}" type="presParOf" srcId="{77157E72-C09D-4CF2-AEC0-0324FBF39226}" destId="{BF7883A3-EDF5-485C-8EE4-7A1B24FFA4FC}" srcOrd="4" destOrd="2" presId="urn:microsoft.com/office/officeart/2005/8/layout/hProcess4"/>
    <dgm:cxn modelId="{E71D8E5F-9F7C-44E5-AFAC-2216CBC239AA}" type="presParOf" srcId="{BF7883A3-EDF5-485C-8EE4-7A1B24FFA4FC}" destId="{5E7E1609-9918-4470-9507-38BCA72D14FC}" srcOrd="0" destOrd="4" presId="urn:microsoft.com/office/officeart/2005/8/layout/hProcess4"/>
    <dgm:cxn modelId="{59C44073-9532-4B51-8438-5659EEBAC92B}" type="presParOf" srcId="{BF7883A3-EDF5-485C-8EE4-7A1B24FFA4FC}" destId="{D8259A38-B16D-45D6-AF7C-449E9AF5D33F}" srcOrd="1" destOrd="4" presId="urn:microsoft.com/office/officeart/2005/8/layout/hProcess4"/>
    <dgm:cxn modelId="{0723D1E2-ED5E-4DA7-B2FF-9A12792C4460}" type="presOf" srcId="{2E055442-BDF6-42BD-8A8A-460CDF6F5C5E}" destId="{D8259A38-B16D-45D6-AF7C-449E9AF5D33F}" srcOrd="0" destOrd="0" presId="urn:microsoft.com/office/officeart/2005/8/layout/hProcess4"/>
    <dgm:cxn modelId="{01550F9D-4C29-4C29-A491-4263BEEE5139}" type="presOf" srcId="{A7D4F63D-2EF5-441B-8F8C-8AF5ADE264EE}" destId="{D8259A38-B16D-45D6-AF7C-449E9AF5D33F}" srcOrd="0" destOrd="1" presId="urn:microsoft.com/office/officeart/2005/8/layout/hProcess4"/>
    <dgm:cxn modelId="{E30202DC-955B-4D46-88DB-4C3DFA1416E5}" type="presOf" srcId="{E7A59B34-729B-44EF-B2F8-D978BF1A3398}" destId="{D8259A38-B16D-45D6-AF7C-449E9AF5D33F}" srcOrd="0" destOrd="2" presId="urn:microsoft.com/office/officeart/2005/8/layout/hProcess4"/>
    <dgm:cxn modelId="{D5B3AD0D-E427-4277-A73E-35AEE7846E6F}" type="presOf" srcId="{AD0A0C3C-1297-4248-A587-BA7336013709}" destId="{D8259A38-B16D-45D6-AF7C-449E9AF5D33F}" srcOrd="0" destOrd="3" presId="urn:microsoft.com/office/officeart/2005/8/layout/hProcess4"/>
    <dgm:cxn modelId="{0224ED8A-58A6-4BBD-B9BB-75B656C018C5}" type="presParOf" srcId="{BF7883A3-EDF5-485C-8EE4-7A1B24FFA4FC}" destId="{4FC395A2-0E77-4E0C-B7FE-057C647AF6DA}" srcOrd="2" destOrd="4" presId="urn:microsoft.com/office/officeart/2005/8/layout/hProcess4"/>
    <dgm:cxn modelId="{0C54B102-7EFD-47CD-9FE6-AAB13518BEAA}" type="presOf" srcId="{2E055442-BDF6-42BD-8A8A-460CDF6F5C5E}" destId="{4FC395A2-0E77-4E0C-B7FE-057C647AF6DA}" srcOrd="1" destOrd="0" presId="urn:microsoft.com/office/officeart/2005/8/layout/hProcess4"/>
    <dgm:cxn modelId="{4E6E05E1-9B1D-4BF9-8B4E-E4744DE6D0C2}" type="presOf" srcId="{A7D4F63D-2EF5-441B-8F8C-8AF5ADE264EE}" destId="{4FC395A2-0E77-4E0C-B7FE-057C647AF6DA}" srcOrd="1" destOrd="1" presId="urn:microsoft.com/office/officeart/2005/8/layout/hProcess4"/>
    <dgm:cxn modelId="{554302A0-8ED3-4725-9BAC-F0E27FFB3920}" type="presOf" srcId="{E7A59B34-729B-44EF-B2F8-D978BF1A3398}" destId="{4FC395A2-0E77-4E0C-B7FE-057C647AF6DA}" srcOrd="1" destOrd="2" presId="urn:microsoft.com/office/officeart/2005/8/layout/hProcess4"/>
    <dgm:cxn modelId="{3A928285-8D8F-4ECD-9885-ABD58F4E8A52}" type="presOf" srcId="{AD0A0C3C-1297-4248-A587-BA7336013709}" destId="{4FC395A2-0E77-4E0C-B7FE-057C647AF6DA}" srcOrd="1" destOrd="3" presId="urn:microsoft.com/office/officeart/2005/8/layout/hProcess4"/>
    <dgm:cxn modelId="{368A8A24-D916-45CD-9078-8A39BC23DE9D}" type="presParOf" srcId="{BF7883A3-EDF5-485C-8EE4-7A1B24FFA4FC}" destId="{B14CDE25-1EB6-46BA-8C37-39D72DE88AC0}" srcOrd="3" destOrd="4" presId="urn:microsoft.com/office/officeart/2005/8/layout/hProcess4"/>
    <dgm:cxn modelId="{D4DC214A-BCA9-419D-BBC6-07DBB25506EC}" type="presOf" srcId="{C17EA81B-EE8F-4BEA-9D93-831900C89C00}" destId="{B14CDE25-1EB6-46BA-8C37-39D72DE88AC0}" srcOrd="0" destOrd="0" presId="urn:microsoft.com/office/officeart/2005/8/layout/hProcess4"/>
    <dgm:cxn modelId="{ECB54215-85C8-449E-B958-F09270B6740D}" type="presParOf" srcId="{BF7883A3-EDF5-485C-8EE4-7A1B24FFA4FC}" destId="{5B40E31C-ED6C-48FF-A9FD-08452B967E8B}" srcOrd="4" destOrd="4" presId="urn:microsoft.com/office/officeart/2005/8/layout/hProcess4"/>
    <dgm:cxn modelId="{DD94E994-E2B0-4307-97A8-E2E1229589B7}" type="presParOf" srcId="{77157E72-C09D-4CF2-AEC0-0324FBF39226}" destId="{5ABE4A0A-E535-469F-B9C3-1AA518AA9E7C}" srcOrd="5" destOrd="2" presId="urn:microsoft.com/office/officeart/2005/8/layout/hProcess4"/>
    <dgm:cxn modelId="{E514E1AA-E27A-4DA1-AA2B-D7569C0EDEE7}" type="presOf" srcId="{40C2F390-CB3F-4BF4-827D-B8018A5F3BB7}" destId="{5ABE4A0A-E535-469F-B9C3-1AA518AA9E7C}" srcOrd="0" destOrd="0" presId="urn:microsoft.com/office/officeart/2005/8/layout/hProcess4"/>
    <dgm:cxn modelId="{E26C24C8-4CD6-470B-8F53-15A9AE18273A}" type="presParOf" srcId="{77157E72-C09D-4CF2-AEC0-0324FBF39226}" destId="{3720B3D4-B04E-4226-96AB-0F601F21E949}" srcOrd="6" destOrd="2" presId="urn:microsoft.com/office/officeart/2005/8/layout/hProcess4"/>
    <dgm:cxn modelId="{966DFB60-770E-46E1-A598-EE952B642EA0}" type="presParOf" srcId="{3720B3D4-B04E-4226-96AB-0F601F21E949}" destId="{1DA528E7-DE4D-4AE1-92D3-620DEC1A3303}" srcOrd="0" destOrd="6" presId="urn:microsoft.com/office/officeart/2005/8/layout/hProcess4"/>
    <dgm:cxn modelId="{11B7E057-D8F9-46BC-9142-DE0F8F0579E5}" type="presParOf" srcId="{3720B3D4-B04E-4226-96AB-0F601F21E949}" destId="{E92C59FA-91B7-4EDF-B110-246D394773FC}" srcOrd="1" destOrd="6" presId="urn:microsoft.com/office/officeart/2005/8/layout/hProcess4"/>
    <dgm:cxn modelId="{E00A933D-3C2D-49B6-97AA-DA25C35D8CCA}" type="presOf" srcId="{9A46A96D-7081-4C81-BD1E-4B7F6E9BD97E}" destId="{E92C59FA-91B7-4EDF-B110-246D394773FC}" srcOrd="0" destOrd="0" presId="urn:microsoft.com/office/officeart/2005/8/layout/hProcess4"/>
    <dgm:cxn modelId="{724CAE6C-32FA-46C2-A0A9-964004AD2635}" type="presOf" srcId="{D3D602B7-4FA4-4A89-9D68-66D2FF665087}" destId="{E92C59FA-91B7-4EDF-B110-246D394773FC}" srcOrd="0" destOrd="1" presId="urn:microsoft.com/office/officeart/2005/8/layout/hProcess4"/>
    <dgm:cxn modelId="{D42FB313-9E67-4140-A1FC-30DF95466706}" type="presOf" srcId="{64B4BBFB-5E6B-4F81-A2E6-BE639E5B5AAB}" destId="{E92C59FA-91B7-4EDF-B110-246D394773FC}" srcOrd="0" destOrd="2" presId="urn:microsoft.com/office/officeart/2005/8/layout/hProcess4"/>
    <dgm:cxn modelId="{42AD7FEF-A75D-4FEA-AC17-DCFBB30AE44C}" type="presParOf" srcId="{3720B3D4-B04E-4226-96AB-0F601F21E949}" destId="{1D404415-5542-4D18-9715-C09B29E03F7E}" srcOrd="2" destOrd="6" presId="urn:microsoft.com/office/officeart/2005/8/layout/hProcess4"/>
    <dgm:cxn modelId="{624AD69D-AD4E-422E-9AC1-5829939AF064}" type="presOf" srcId="{9A46A96D-7081-4C81-BD1E-4B7F6E9BD97E}" destId="{1D404415-5542-4D18-9715-C09B29E03F7E}" srcOrd="1" destOrd="0" presId="urn:microsoft.com/office/officeart/2005/8/layout/hProcess4"/>
    <dgm:cxn modelId="{4354525B-79E0-43D1-94DF-E751C611A0AC}" type="presOf" srcId="{D3D602B7-4FA4-4A89-9D68-66D2FF665087}" destId="{1D404415-5542-4D18-9715-C09B29E03F7E}" srcOrd="1" destOrd="1" presId="urn:microsoft.com/office/officeart/2005/8/layout/hProcess4"/>
    <dgm:cxn modelId="{0FF4C434-E1DB-4D38-94E4-73A66E5A3FF0}" type="presOf" srcId="{64B4BBFB-5E6B-4F81-A2E6-BE639E5B5AAB}" destId="{1D404415-5542-4D18-9715-C09B29E03F7E}" srcOrd="1" destOrd="2" presId="urn:microsoft.com/office/officeart/2005/8/layout/hProcess4"/>
    <dgm:cxn modelId="{0FCB9586-6DCE-4DF2-869A-B6BB9E8D1865}" type="presParOf" srcId="{3720B3D4-B04E-4226-96AB-0F601F21E949}" destId="{F9EB39DC-373A-466F-9421-DFAAE2742D36}" srcOrd="3" destOrd="6" presId="urn:microsoft.com/office/officeart/2005/8/layout/hProcess4"/>
    <dgm:cxn modelId="{1E3845C1-0D4E-44AD-84F6-7CCE4E5EED57}" type="presOf" srcId="{89CF50F2-3EE8-4308-BA46-57745656A4AA}" destId="{F9EB39DC-373A-466F-9421-DFAAE2742D36}" srcOrd="0" destOrd="0" presId="urn:microsoft.com/office/officeart/2005/8/layout/hProcess4"/>
    <dgm:cxn modelId="{7974FCD7-A9DC-4FF4-9C54-B486FD9999A6}" type="presParOf" srcId="{3720B3D4-B04E-4226-96AB-0F601F21E949}" destId="{34BC0C44-EFE4-49AD-88B1-0E560190C084}" srcOrd="4" destOrd="6" presId="urn:microsoft.com/office/officeart/2005/8/layout/hProcess4"/>
    <dgm:cxn modelId="{790C48FE-F74A-45F6-8FF5-3D16813F013B}" type="presParOf" srcId="{77157E72-C09D-4CF2-AEC0-0324FBF39226}" destId="{68AC76B4-B602-490E-B672-8D381D8EEF91}" srcOrd="7" destOrd="2" presId="urn:microsoft.com/office/officeart/2005/8/layout/hProcess4"/>
    <dgm:cxn modelId="{CEDD044B-34A6-4988-B9C7-CDEF003043BF}" type="presOf" srcId="{9604C662-124F-4916-B7BB-4DF131431D56}" destId="{68AC76B4-B602-490E-B672-8D381D8EEF91}" srcOrd="0" destOrd="0" presId="urn:microsoft.com/office/officeart/2005/8/layout/hProcess4"/>
    <dgm:cxn modelId="{682B23FA-C23F-4445-9987-7188580C0320}" type="presParOf" srcId="{77157E72-C09D-4CF2-AEC0-0324FBF39226}" destId="{25FC4BC5-3823-4635-B73B-C0FA7667F597}" srcOrd="8" destOrd="2" presId="urn:microsoft.com/office/officeart/2005/8/layout/hProcess4"/>
    <dgm:cxn modelId="{690B9E87-85AE-43F9-9300-506119A07C91}" type="presParOf" srcId="{25FC4BC5-3823-4635-B73B-C0FA7667F597}" destId="{7797B79A-A706-4520-B501-1FDD89123C6C}" srcOrd="0" destOrd="8" presId="urn:microsoft.com/office/officeart/2005/8/layout/hProcess4"/>
    <dgm:cxn modelId="{A68210D5-DC75-4D1D-A27C-4D7CD292DEC7}" type="presParOf" srcId="{25FC4BC5-3823-4635-B73B-C0FA7667F597}" destId="{9F4E62C8-80D5-491A-AAB3-6ECC97A2D180}" srcOrd="1" destOrd="8" presId="urn:microsoft.com/office/officeart/2005/8/layout/hProcess4"/>
    <dgm:cxn modelId="{3422D014-39DB-40FE-9775-947DB28C4749}" type="presOf" srcId="{A184F868-F0D9-46CE-AE07-77792588CD54}" destId="{9F4E62C8-80D5-491A-AAB3-6ECC97A2D180}" srcOrd="0" destOrd="0" presId="urn:microsoft.com/office/officeart/2005/8/layout/hProcess4"/>
    <dgm:cxn modelId="{2479A98A-AF78-4A19-95EA-2F32781AEEA5}" type="presOf" srcId="{DC0DECF4-A49B-47E3-90B9-71CCAB8FA5DC}" destId="{9F4E62C8-80D5-491A-AAB3-6ECC97A2D180}" srcOrd="0" destOrd="1" presId="urn:microsoft.com/office/officeart/2005/8/layout/hProcess4"/>
    <dgm:cxn modelId="{4AC99B1A-1066-406F-BCF1-DE908266E85C}" type="presOf" srcId="{50C1019A-8CC3-452E-A48A-21A528287883}" destId="{9F4E62C8-80D5-491A-AAB3-6ECC97A2D180}" srcOrd="0" destOrd="2" presId="urn:microsoft.com/office/officeart/2005/8/layout/hProcess4"/>
    <dgm:cxn modelId="{ABC60E89-2C3B-45B7-92DB-A189EA94C500}" type="presOf" srcId="{859BADA4-7E10-41D5-A45B-0DA5C778E63C}" destId="{9F4E62C8-80D5-491A-AAB3-6ECC97A2D180}" srcOrd="0" destOrd="3" presId="urn:microsoft.com/office/officeart/2005/8/layout/hProcess4"/>
    <dgm:cxn modelId="{19597687-2DC0-4E4F-B985-AEEB445FBDC7}" type="presOf" srcId="{1E604459-29D5-4C95-8FB4-D3C6F95F03C5}" destId="{9F4E62C8-80D5-491A-AAB3-6ECC97A2D180}" srcOrd="0" destOrd="4" presId="urn:microsoft.com/office/officeart/2005/8/layout/hProcess4"/>
    <dgm:cxn modelId="{79686E35-E532-44C8-8EAC-456AE8B9513D}" type="presOf" srcId="{4150C4B7-D660-407D-BEF9-01A927681DD5}" destId="{9F4E62C8-80D5-491A-AAB3-6ECC97A2D180}" srcOrd="0" destOrd="5" presId="urn:microsoft.com/office/officeart/2005/8/layout/hProcess4"/>
    <dgm:cxn modelId="{D52611D3-EBF1-47C4-AA93-CEE159028917}" type="presParOf" srcId="{25FC4BC5-3823-4635-B73B-C0FA7667F597}" destId="{DF29A6E9-9964-44DF-AA5A-632BABFBEBB3}" srcOrd="2" destOrd="8" presId="urn:microsoft.com/office/officeart/2005/8/layout/hProcess4"/>
    <dgm:cxn modelId="{5E6B54E4-9A1A-40CF-A79B-F6D1A54E129C}" type="presOf" srcId="{A184F868-F0D9-46CE-AE07-77792588CD54}" destId="{DF29A6E9-9964-44DF-AA5A-632BABFBEBB3}" srcOrd="1" destOrd="0" presId="urn:microsoft.com/office/officeart/2005/8/layout/hProcess4"/>
    <dgm:cxn modelId="{170DF901-7402-4EC0-A441-665C0C409EF7}" type="presOf" srcId="{DC0DECF4-A49B-47E3-90B9-71CCAB8FA5DC}" destId="{DF29A6E9-9964-44DF-AA5A-632BABFBEBB3}" srcOrd="1" destOrd="1" presId="urn:microsoft.com/office/officeart/2005/8/layout/hProcess4"/>
    <dgm:cxn modelId="{F7745B82-9431-41D5-B92E-B65E05820F5A}" type="presOf" srcId="{50C1019A-8CC3-452E-A48A-21A528287883}" destId="{DF29A6E9-9964-44DF-AA5A-632BABFBEBB3}" srcOrd="1" destOrd="2" presId="urn:microsoft.com/office/officeart/2005/8/layout/hProcess4"/>
    <dgm:cxn modelId="{C2A8B701-8617-4248-B0B2-0F857D806EAA}" type="presOf" srcId="{859BADA4-7E10-41D5-A45B-0DA5C778E63C}" destId="{DF29A6E9-9964-44DF-AA5A-632BABFBEBB3}" srcOrd="1" destOrd="3" presId="urn:microsoft.com/office/officeart/2005/8/layout/hProcess4"/>
    <dgm:cxn modelId="{28866F40-E30A-4114-9914-B85D436191E6}" type="presOf" srcId="{1E604459-29D5-4C95-8FB4-D3C6F95F03C5}" destId="{DF29A6E9-9964-44DF-AA5A-632BABFBEBB3}" srcOrd="1" destOrd="4" presId="urn:microsoft.com/office/officeart/2005/8/layout/hProcess4"/>
    <dgm:cxn modelId="{5827335C-1687-4F44-93E5-BF71FA55EFA0}" type="presOf" srcId="{4150C4B7-D660-407D-BEF9-01A927681DD5}" destId="{DF29A6E9-9964-44DF-AA5A-632BABFBEBB3}" srcOrd="1" destOrd="5" presId="urn:microsoft.com/office/officeart/2005/8/layout/hProcess4"/>
    <dgm:cxn modelId="{7004187B-7FD0-427D-B4AA-DC8B77980903}" type="presParOf" srcId="{25FC4BC5-3823-4635-B73B-C0FA7667F597}" destId="{7B1C1B0A-186B-4968-AF23-12A6D2CFB47D}" srcOrd="3" destOrd="8" presId="urn:microsoft.com/office/officeart/2005/8/layout/hProcess4"/>
    <dgm:cxn modelId="{60D89CA4-AF7D-4D82-9456-4669CC5A4636}" type="presOf" srcId="{A4CBB6B8-84E6-41DA-A253-F380CBF4C16F}" destId="{7B1C1B0A-186B-4968-AF23-12A6D2CFB47D}" srcOrd="0" destOrd="0" presId="urn:microsoft.com/office/officeart/2005/8/layout/hProcess4"/>
    <dgm:cxn modelId="{F6AA69C4-849B-4F49-9111-B53D09F3DB93}" type="presParOf" srcId="{25FC4BC5-3823-4635-B73B-C0FA7667F597}" destId="{FD6DD912-44F5-45DB-AFBF-554C9B83EE53}" srcOrd="4" destOrd="8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B61304-4A0F-4E11-8080-599F9186F6A5}" type="doc">
      <dgm:prSet loTypeId="process" loCatId="process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DBF11EEE-13E4-480C-B659-8EAB0A3E4FA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/>
            <a:t>MVP</a:t>
          </a:r>
          <a:r>
            <a:rPr lang="pt-PT">
              <a:sym typeface="+mn-ea"/>
            </a:rPr>
            <a:t> </a:t>
          </a:r>
          <a:r>
            <a:rPr lang="pt-PT"/>
            <a:t/>
          </a:r>
          <a:endParaRPr lang="pt-PT"/>
        </a:p>
      </dgm:t>
    </dgm:pt>
    <dgm:pt modelId="{2C9F04B1-627C-4FBD-B83A-B8644783FF44}" cxnId="{568593F5-C1CA-4754-90AF-E782B6F3263B}" type="parTrans">
      <dgm:prSet/>
      <dgm:spPr/>
    </dgm:pt>
    <dgm:pt modelId="{43C1507F-3971-4876-A32F-E1935454B926}" cxnId="{568593F5-C1CA-4754-90AF-E782B6F3263B}" type="sibTrans">
      <dgm:prSet/>
      <dgm:spPr/>
    </dgm:pt>
    <dgm:pt modelId="{604E0449-C09C-43A6-B98B-A2C38EA2EACF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BR" sz="1200"/>
            <a:t>L</a:t>
          </a:r>
          <a:r>
            <a:rPr lang="pt-BR" sz="1200"/>
            <a:t>ançado em 08/06/2020</a:t>
          </a:r>
          <a:r>
            <a:rPr lang="pt-BR" sz="1200"/>
            <a:t/>
          </a:r>
          <a:endParaRPr lang="pt-BR" sz="1200"/>
        </a:p>
      </dgm:t>
    </dgm:pt>
    <dgm:pt modelId="{FA865933-EB62-45CF-86F2-476E357988C3}" cxnId="{B6E842C4-1F58-4AED-8692-F1DC36396308}" type="parTrans">
      <dgm:prSet/>
      <dgm:spPr/>
    </dgm:pt>
    <dgm:pt modelId="{B5FD7858-01BD-4B06-B1D4-464A17119E6D}" cxnId="{B6E842C4-1F58-4AED-8692-F1DC36396308}" type="sibTrans">
      <dgm:prSet/>
      <dgm:spPr/>
    </dgm:pt>
    <dgm:pt modelId="{06475F0D-9D1A-4BF5-AEE3-CD3F880BC44A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500 usuários</a:t>
          </a:r>
          <a:r>
            <a:rPr lang="pt-PT" altLang="en-US"/>
            <a:t/>
          </a:r>
          <a:endParaRPr lang="pt-PT" altLang="en-US"/>
        </a:p>
      </dgm:t>
    </dgm:pt>
    <dgm:pt modelId="{E99562FF-418F-46D1-8F86-E0992ED7BA8E}" cxnId="{DBF96EB9-C2F8-414C-BE70-16698BC13EE5}" type="parTrans">
      <dgm:prSet/>
      <dgm:spPr/>
      <dgm:t>
        <a:bodyPr/>
        <a:p>
          <a:endParaRPr lang="en-US"/>
        </a:p>
      </dgm:t>
    </dgm:pt>
    <dgm:pt modelId="{4BD710C9-2F9D-441E-B548-A9989C0147D7}" cxnId="{DBF96EB9-C2F8-414C-BE70-16698BC13EE5}" type="sibTrans">
      <dgm:prSet/>
      <dgm:spPr/>
      <dgm:t>
        <a:bodyPr/>
        <a:p>
          <a:endParaRPr lang="en-US"/>
        </a:p>
      </dgm:t>
    </dgm:pt>
    <dgm:pt modelId="{FE2A3430-07B7-4AF8-8050-E9E6630C707F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BR" altLang="pt-PT" sz="1200">
              <a:sym typeface="+mn-ea"/>
            </a:rPr>
            <a:t>500 usuários atingidos em 25/09/2020</a:t>
          </a:r>
          <a:r>
            <a:rPr lang="pt-PT" altLang="en-US" sz="1000"/>
            <a:t/>
          </a:r>
          <a:endParaRPr lang="pt-PT" altLang="en-US" sz="1000"/>
        </a:p>
      </dgm:t>
    </dgm:pt>
    <dgm:pt modelId="{FB51E315-BC56-4135-BA1D-66E640931F3A}" cxnId="{877D977D-5E40-4855-BF01-5E14E6EE13AB}" type="parTrans">
      <dgm:prSet/>
      <dgm:spPr/>
      <dgm:t>
        <a:bodyPr/>
        <a:p>
          <a:endParaRPr lang="en-US"/>
        </a:p>
      </dgm:t>
    </dgm:pt>
    <dgm:pt modelId="{9ADD2677-777A-4E9D-AE48-B83F0BAD6874}" cxnId="{877D977D-5E40-4855-BF01-5E14E6EE13AB}" type="sibTrans">
      <dgm:prSet/>
      <dgm:spPr/>
      <dgm:t>
        <a:bodyPr/>
        <a:p>
          <a:endParaRPr lang="en-US"/>
        </a:p>
      </dgm:t>
    </dgm:pt>
    <dgm:pt modelId="{FBAFA29D-D521-44E6-B57D-9CC76F56B8B4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 sz="1000"/>
            <a:t/>
          </a:r>
          <a:endParaRPr lang="pt-PT" altLang="en-US" sz="1000"/>
        </a:p>
      </dgm:t>
    </dgm:pt>
    <dgm:pt modelId="{94B476D3-44ED-4B6C-90A1-844650AC3BF5}" cxnId="{6A4447B1-0E05-4625-BCB9-810894234BA9}" type="parTrans">
      <dgm:prSet/>
      <dgm:spPr/>
    </dgm:pt>
    <dgm:pt modelId="{34B106C3-CA28-493C-93BC-65C02328FBDF}" cxnId="{6A4447B1-0E05-4625-BCB9-810894234BA9}" type="sibTrans">
      <dgm:prSet/>
      <dgm:spPr/>
    </dgm:pt>
    <dgm:pt modelId="{C17EA81B-EE8F-4BEA-9D93-831900C89C0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Lança </a:t>
          </a:r>
          <a:endParaRPr lang="pt-PT" alt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MyFiis 2.0</a:t>
          </a:r>
          <a:endParaRPr lang="pt-PT" altLang="en-US"/>
        </a:p>
      </dgm:t>
    </dgm:pt>
    <dgm:pt modelId="{D73C192A-A373-4ACC-BFC9-76609E41CF4E}" cxnId="{9EE58FB1-661D-4B2C-9ABD-AF870033D07E}" type="parTrans">
      <dgm:prSet/>
      <dgm:spPr/>
      <dgm:t>
        <a:bodyPr/>
        <a:p>
          <a:endParaRPr lang="en-US"/>
        </a:p>
      </dgm:t>
    </dgm:pt>
    <dgm:pt modelId="{40C2F390-CB3F-4BF4-827D-B8018A5F3BB7}" cxnId="{9EE58FB1-661D-4B2C-9ABD-AF870033D07E}" type="sibTrans">
      <dgm:prSet/>
      <dgm:spPr/>
      <dgm:t>
        <a:bodyPr/>
        <a:p>
          <a:endParaRPr lang="en-US"/>
        </a:p>
      </dgm:t>
    </dgm:pt>
    <dgm:pt modelId="{2E055442-BDF6-42BD-8A8A-460CDF6F5C5E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/>
            <a:t>Constitui Empresa</a:t>
          </a:r>
          <a:endParaRPr lang="pt-PT" altLang="en-US"/>
        </a:p>
      </dgm:t>
    </dgm:pt>
    <dgm:pt modelId="{291EBA52-15FB-4985-9632-D5F9BE62ACD1}" cxnId="{8A111D4E-53DA-4B01-81B3-B7E4DED8AB20}" type="parTrans">
      <dgm:prSet/>
      <dgm:spPr/>
      <dgm:t>
        <a:bodyPr/>
        <a:p>
          <a:endParaRPr lang="en-US"/>
        </a:p>
      </dgm:t>
    </dgm:pt>
    <dgm:pt modelId="{87346316-64F3-4945-9984-33BC77341C9F}" cxnId="{8A111D4E-53DA-4B01-81B3-B7E4DED8AB20}" type="sibTrans">
      <dgm:prSet/>
      <dgm:spPr/>
      <dgm:t>
        <a:bodyPr/>
        <a:p>
          <a:endParaRPr lang="en-US"/>
        </a:p>
      </dgm:t>
    </dgm:pt>
    <dgm:pt modelId="{A7D4F63D-2EF5-441B-8F8C-8AF5ADE264E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/>
            <a:t>Contrata Freelas (Dev e Mkt)</a:t>
          </a:r>
          <a:endParaRPr lang="pt-PT" altLang="en-US"/>
        </a:p>
      </dgm:t>
    </dgm:pt>
    <dgm:pt modelId="{6A387276-C9D2-44BE-9D3B-1E6B7F684B59}" cxnId="{F4246340-A6A6-4FC8-A44C-E6593341C1D5}" type="parTrans">
      <dgm:prSet/>
      <dgm:spPr/>
    </dgm:pt>
    <dgm:pt modelId="{4A659689-AC7D-4129-9314-FE18A29630D7}" cxnId="{F4246340-A6A6-4FC8-A44C-E6593341C1D5}" type="sibTrans">
      <dgm:prSet/>
      <dgm:spPr/>
    </dgm:pt>
    <dgm:pt modelId="{E7A59B34-729B-44EF-B2F8-D978BF1A3398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/>
            <a:t>Desenvolve Modelo Freemium, versão 2.0</a:t>
          </a:r>
          <a:r>
            <a:rPr lang="en-US"/>
            <a:t/>
          </a:r>
          <a:endParaRPr lang="en-US"/>
        </a:p>
      </dgm:t>
    </dgm:pt>
    <dgm:pt modelId="{25203B50-F409-4056-8B8E-99169930F248}" cxnId="{D23D80DA-DF3F-4DDD-81D2-2AE2DC8185CC}" type="parTrans">
      <dgm:prSet/>
      <dgm:spPr/>
    </dgm:pt>
    <dgm:pt modelId="{33C7540B-028A-4CBA-BAC3-38B8450498CC}" cxnId="{D23D80DA-DF3F-4DDD-81D2-2AE2DC8185CC}" type="sibTrans">
      <dgm:prSet/>
      <dgm:spPr/>
    </dgm:pt>
    <dgm:pt modelId="{AD0A0C3C-1297-4248-A587-BA733601370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 altLang="en-US"/>
            <a:t/>
          </a:r>
          <a:endParaRPr lang="pt-PT" altLang="en-US"/>
        </a:p>
      </dgm:t>
    </dgm:pt>
    <dgm:pt modelId="{CEEE0851-E814-4659-9C3C-9ADA79BF96B2}" cxnId="{5D58B753-8028-41D7-BBCC-42DB1FF5BAB7}" type="parTrans">
      <dgm:prSet/>
      <dgm:spPr/>
    </dgm:pt>
    <dgm:pt modelId="{DC265630-647C-4D4C-8FC2-CBB98EE87762}" cxnId="{5D58B753-8028-41D7-BBCC-42DB1FF5BAB7}" type="sibTrans">
      <dgm:prSet/>
      <dgm:spPr/>
    </dgm:pt>
    <dgm:pt modelId="{89CF50F2-3EE8-4308-BA46-57745656A4AA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Atinge 50 assinantes</a:t>
          </a:r>
          <a:endParaRPr lang="pt-PT" altLang="en-US"/>
        </a:p>
      </dgm:t>
    </dgm:pt>
    <dgm:pt modelId="{D242A0FB-DF73-49CA-BA3C-BD459F366127}" cxnId="{32126121-E0D5-4497-9B6A-387BC87F6594}" type="parTrans">
      <dgm:prSet/>
      <dgm:spPr/>
      <dgm:t>
        <a:bodyPr/>
        <a:p>
          <a:endParaRPr lang="en-US"/>
        </a:p>
      </dgm:t>
    </dgm:pt>
    <dgm:pt modelId="{9604C662-124F-4916-B7BB-4DF131431D56}" cxnId="{32126121-E0D5-4497-9B6A-387BC87F6594}" type="sibTrans">
      <dgm:prSet/>
      <dgm:spPr/>
      <dgm:t>
        <a:bodyPr/>
        <a:p>
          <a:endParaRPr lang="en-US"/>
        </a:p>
      </dgm:t>
    </dgm:pt>
    <dgm:pt modelId="{9A46A96D-7081-4C81-BD1E-4B7F6E9BD97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/>
          </a:r>
          <a:endParaRPr lang="pt-PT"/>
        </a:p>
      </dgm:t>
    </dgm:pt>
    <dgm:pt modelId="{D3AEF33B-A06A-420E-9ADF-C2B9A08A1AC7}" cxnId="{BBC3C5B3-5C90-4418-AFEC-4AACE167A648}" type="parTrans">
      <dgm:prSet/>
      <dgm:spPr/>
    </dgm:pt>
    <dgm:pt modelId="{128516E2-A7AA-457A-94DD-0B4EAC4385B1}" cxnId="{BBC3C5B3-5C90-4418-AFEC-4AACE167A648}" type="sibTrans">
      <dgm:prSet/>
      <dgm:spPr/>
    </dgm:pt>
    <dgm:pt modelId="{D3D602B7-4FA4-4A89-9D68-66D2FF66508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/>
          </a:r>
          <a:endParaRPr lang="pt-PT"/>
        </a:p>
      </dgm:t>
    </dgm:pt>
    <dgm:pt modelId="{92326581-1878-4CF6-B947-18FBF8A20793}" cxnId="{611F7244-BEC8-47CD-9080-06258C654D38}" type="parTrans">
      <dgm:prSet/>
      <dgm:spPr/>
    </dgm:pt>
    <dgm:pt modelId="{57F137AC-98E0-4926-8CBF-25B1BDEE5C49}" cxnId="{611F7244-BEC8-47CD-9080-06258C654D38}" type="sibTrans">
      <dgm:prSet/>
      <dgm:spPr/>
    </dgm:pt>
    <dgm:pt modelId="{64B4BBFB-5E6B-4F81-A2E6-BE639E5B5AA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>Converte os primeiros assinantes</a:t>
          </a:r>
          <a:endParaRPr lang="pt-PT"/>
        </a:p>
      </dgm:t>
    </dgm:pt>
    <dgm:pt modelId="{392C114F-8333-4976-862D-A11757A768CD}" cxnId="{17D24122-3093-41F0-B0A7-EE5896E545E9}" type="parTrans">
      <dgm:prSet/>
      <dgm:spPr/>
    </dgm:pt>
    <dgm:pt modelId="{D79CAF34-4AC6-4680-B64F-6A71D8E7725D}" cxnId="{17D24122-3093-41F0-B0A7-EE5896E545E9}" type="sibTrans">
      <dgm:prSet/>
      <dgm:spPr/>
    </dgm:pt>
    <dgm:pt modelId="{A4CBB6B8-84E6-41DA-A253-F380CBF4C16F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Busca Ponto de Equilíbrio</a:t>
          </a:r>
          <a:endParaRPr lang="pt-PT" altLang="en-US"/>
        </a:p>
      </dgm:t>
    </dgm:pt>
    <dgm:pt modelId="{6BF9AA0B-A851-4ABD-9BE8-1336C9738AB8}" cxnId="{AA2FEA9C-31FA-475D-B6EC-4335572BD860}" type="parTrans">
      <dgm:prSet/>
      <dgm:spPr/>
      <dgm:t>
        <a:bodyPr/>
        <a:p>
          <a:endParaRPr lang="en-US"/>
        </a:p>
      </dgm:t>
    </dgm:pt>
    <dgm:pt modelId="{B71ACFC2-160E-4438-99B2-0295109B5775}" cxnId="{AA2FEA9C-31FA-475D-B6EC-4335572BD860}" type="sibTrans">
      <dgm:prSet/>
      <dgm:spPr/>
      <dgm:t>
        <a:bodyPr/>
        <a:p>
          <a:endParaRPr lang="en-US"/>
        </a:p>
      </dgm:t>
    </dgm:pt>
    <dgm:pt modelId="{A184F868-F0D9-46CE-AE07-77792588CD5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/>
          </a:r>
          <a:endParaRPr lang="pt-PT"/>
        </a:p>
      </dgm:t>
    </dgm:pt>
    <dgm:pt modelId="{AC7C340E-C235-4AE6-99C9-EF7647256534}" cxnId="{B74BE0A1-0373-4ECF-B1D4-B641D2B26D43}" type="parTrans">
      <dgm:prSet/>
      <dgm:spPr/>
    </dgm:pt>
    <dgm:pt modelId="{2E5D434B-86E4-420B-B56B-2982DC2599C6}" cxnId="{B74BE0A1-0373-4ECF-B1D4-B641D2B26D43}" type="sibTrans">
      <dgm:prSet/>
      <dgm:spPr/>
    </dgm:pt>
    <dgm:pt modelId="{DC0DECF4-A49B-47E3-90B9-71CCAB8FA5D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/>
          </a:r>
          <a:endParaRPr lang="pt-PT"/>
        </a:p>
      </dgm:t>
    </dgm:pt>
    <dgm:pt modelId="{B8868370-650E-4985-B89B-041744C770B1}" cxnId="{B150F660-DCFB-49B5-891E-D55A896A402C}" type="parTrans">
      <dgm:prSet/>
      <dgm:spPr/>
    </dgm:pt>
    <dgm:pt modelId="{5A65E4AE-B1AE-487D-A735-59338A93C25D}" cxnId="{B150F660-DCFB-49B5-891E-D55A896A402C}" type="sibTrans">
      <dgm:prSet/>
      <dgm:spPr/>
    </dgm:pt>
    <dgm:pt modelId="{50C1019A-8CC3-452E-A48A-21A52828788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>Contrata Dev fixo</a:t>
          </a:r>
          <a:endParaRPr lang="pt-PT"/>
        </a:p>
      </dgm:t>
    </dgm:pt>
    <dgm:pt modelId="{CCCD92A7-4231-4824-BA54-49DC4FFCFE36}" cxnId="{C70C2DB4-98BE-489E-9E53-5A084F8DBFDF}" type="parTrans">
      <dgm:prSet/>
      <dgm:spPr/>
    </dgm:pt>
    <dgm:pt modelId="{C6B64DBC-992B-45EB-BFAE-6BE36BF5586F}" cxnId="{C70C2DB4-98BE-489E-9E53-5A084F8DBFDF}" type="sibTrans">
      <dgm:prSet/>
      <dgm:spPr/>
    </dgm:pt>
    <dgm:pt modelId="{859BADA4-7E10-41D5-A45B-0DA5C778E63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>
              <a:sym typeface="+mn-ea"/>
            </a:rPr>
            <a:t>Contrata Mkt fixo</a:t>
          </a:r>
          <a:r>
            <a:rPr lang="pt-PT"/>
            <a:t/>
          </a:r>
          <a:endParaRPr lang="pt-PT"/>
        </a:p>
      </dgm:t>
    </dgm:pt>
    <dgm:pt modelId="{12BB7DAD-F670-447C-B552-E4D35C981236}" cxnId="{173B04B8-7955-4589-9BCA-11113B571352}" type="parTrans">
      <dgm:prSet/>
      <dgm:spPr/>
    </dgm:pt>
    <dgm:pt modelId="{1BF5F6EF-8CE3-4734-AF91-7CE303455C02}" cxnId="{173B04B8-7955-4589-9BCA-11113B571352}" type="sibTrans">
      <dgm:prSet/>
      <dgm:spPr/>
    </dgm:pt>
    <dgm:pt modelId="{1E604459-29D5-4C95-8FB4-D3C6F95F03C5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/>
          </a:r>
          <a:endParaRPr lang="pt-PT"/>
        </a:p>
      </dgm:t>
    </dgm:pt>
    <dgm:pt modelId="{F586313F-6E4C-44BC-A4B3-217318FC722E}" cxnId="{1CA609DA-1F37-4257-9D19-44F093A0100A}" type="parTrans">
      <dgm:prSet/>
      <dgm:spPr/>
    </dgm:pt>
    <dgm:pt modelId="{598980E6-C9DD-43C2-9A47-5906BEB1E106}" cxnId="{1CA609DA-1F37-4257-9D19-44F093A0100A}" type="sibTrans">
      <dgm:prSet/>
      <dgm:spPr/>
    </dgm:pt>
    <dgm:pt modelId="{4150C4B7-D660-407D-BEF9-01A927681DD5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pt-PT"/>
            <a:t/>
          </a:r>
          <a:endParaRPr lang="pt-PT"/>
        </a:p>
      </dgm:t>
    </dgm:pt>
    <dgm:pt modelId="{C5905EAE-BFE6-48B2-8FDE-BBFF3D2B5995}" cxnId="{C29BBFDE-D442-4AEA-B36B-4C97A2A4E02A}" type="parTrans">
      <dgm:prSet/>
      <dgm:spPr/>
    </dgm:pt>
    <dgm:pt modelId="{0F0CB164-9B34-47BB-9F8C-5E60E47D2B0D}" cxnId="{C29BBFDE-D442-4AEA-B36B-4C97A2A4E02A}" type="sibTrans">
      <dgm:prSet/>
      <dgm:spPr/>
    </dgm:pt>
    <dgm:pt modelId="{7894115B-AABB-46F2-A52E-C27597016790}" type="pres">
      <dgm:prSet presAssocID="{B3B61304-4A0F-4E11-8080-599F9186F6A5}" presName="Name0" presStyleCnt="0">
        <dgm:presLayoutVars>
          <dgm:dir/>
          <dgm:animLvl val="lvl"/>
          <dgm:resizeHandles val="exact"/>
        </dgm:presLayoutVars>
      </dgm:prSet>
      <dgm:spPr/>
    </dgm:pt>
    <dgm:pt modelId="{56D916F2-6768-419D-835D-0E92CC7C803C}" type="pres">
      <dgm:prSet presAssocID="{B3B61304-4A0F-4E11-8080-599F9186F6A5}" presName="tSp" presStyleCnt="0"/>
      <dgm:spPr/>
    </dgm:pt>
    <dgm:pt modelId="{ECD0F423-0D40-44D8-AF71-D97C3F9DF26B}" type="pres">
      <dgm:prSet presAssocID="{B3B61304-4A0F-4E11-8080-599F9186F6A5}" presName="bSp" presStyleCnt="0"/>
      <dgm:spPr/>
    </dgm:pt>
    <dgm:pt modelId="{77157E72-C09D-4CF2-AEC0-0324FBF39226}" type="pres">
      <dgm:prSet presAssocID="{B3B61304-4A0F-4E11-8080-599F9186F6A5}" presName="process" presStyleCnt="0"/>
      <dgm:spPr/>
    </dgm:pt>
    <dgm:pt modelId="{11F94AA4-0180-4F59-92A1-9456FE355EE0}" type="pres">
      <dgm:prSet presAssocID="{DBF11EEE-13E4-480C-B659-8EAB0A3E4FA3}" presName="composite1" presStyleCnt="0"/>
      <dgm:spPr/>
    </dgm:pt>
    <dgm:pt modelId="{18E4CBBB-7A1C-428F-BB3C-37EB817BE458}" type="pres">
      <dgm:prSet presAssocID="{DBF11EEE-13E4-480C-B659-8EAB0A3E4FA3}" presName="dummyNode1" presStyleCnt="0"/>
      <dgm:spPr/>
    </dgm:pt>
    <dgm:pt modelId="{11517EE1-3CBA-45FE-93D3-A5B0C4B4F908}" type="pres">
      <dgm:prSet presAssocID="{DBF11EEE-13E4-480C-B659-8EAB0A3E4FA3}" presName="childNode1" presStyleLbl="bgAcc1" presStyleIdx="0" presStyleCnt="5">
        <dgm:presLayoutVars>
          <dgm:bulletEnabled val="1"/>
        </dgm:presLayoutVars>
      </dgm:prSet>
      <dgm:spPr/>
    </dgm:pt>
    <dgm:pt modelId="{13992090-347E-442D-9830-EE2FC72D9E2A}" type="pres">
      <dgm:prSet presAssocID="{DBF11EEE-13E4-480C-B659-8EAB0A3E4FA3}" presName="childNode1tx" presStyleCnt="0">
        <dgm:presLayoutVars>
          <dgm:bulletEnabled val="1"/>
        </dgm:presLayoutVars>
      </dgm:prSet>
      <dgm:spPr/>
    </dgm:pt>
    <dgm:pt modelId="{3CAA4707-C074-4C95-8350-2B38F7CFAFBB}" type="pres">
      <dgm:prSet presAssocID="{DBF11EEE-13E4-480C-B659-8EAB0A3E4FA3}" presName="parentNode1" presStyleLbl="node1" presStyleIdx="0" presStyleCnt="5">
        <dgm:presLayoutVars>
          <dgm:chMax val="1"/>
          <dgm:bulletEnabled val="1"/>
        </dgm:presLayoutVars>
      </dgm:prSet>
      <dgm:spPr/>
    </dgm:pt>
    <dgm:pt modelId="{1536DBDC-93BE-432E-AC30-9FB0E874BBE0}" type="pres">
      <dgm:prSet presAssocID="{DBF11EEE-13E4-480C-B659-8EAB0A3E4FA3}" presName="connSite1" presStyleCnt="0"/>
      <dgm:spPr/>
    </dgm:pt>
    <dgm:pt modelId="{A15AFDA8-7C4E-4B9F-9A88-E0DA3492DCCE}" type="pres">
      <dgm:prSet presAssocID="{43C1507F-3971-4876-A32F-E1935454B926}" presName="Name9" presStyleLbl="sibTrans2D1" presStyleIdx="0" presStyleCnt="4"/>
      <dgm:spPr/>
    </dgm:pt>
    <dgm:pt modelId="{A86F0F44-8EA0-4240-B51F-11A0D800F828}" type="pres">
      <dgm:prSet presAssocID="{06475F0D-9D1A-4BF5-AEE3-CD3F880BC44A}" presName="composite2" presStyleCnt="0"/>
      <dgm:spPr/>
    </dgm:pt>
    <dgm:pt modelId="{52D9836F-D6D7-422B-8536-A5C35AC96D58}" type="pres">
      <dgm:prSet presAssocID="{06475F0D-9D1A-4BF5-AEE3-CD3F880BC44A}" presName="dummyNode2" presStyleCnt="0"/>
      <dgm:spPr/>
    </dgm:pt>
    <dgm:pt modelId="{BF6D9950-A9A6-4976-B210-BF45204737F0}" type="pres">
      <dgm:prSet presAssocID="{06475F0D-9D1A-4BF5-AEE3-CD3F880BC44A}" presName="childNode2" presStyleLbl="bgAcc1" presStyleIdx="1" presStyleCnt="5">
        <dgm:presLayoutVars>
          <dgm:bulletEnabled val="1"/>
        </dgm:presLayoutVars>
      </dgm:prSet>
      <dgm:spPr/>
    </dgm:pt>
    <dgm:pt modelId="{3FD9702E-5AB2-40E6-8777-C417E846C792}" type="pres">
      <dgm:prSet presAssocID="{06475F0D-9D1A-4BF5-AEE3-CD3F880BC44A}" presName="childNode2tx" presStyleCnt="0">
        <dgm:presLayoutVars>
          <dgm:bulletEnabled val="1"/>
        </dgm:presLayoutVars>
      </dgm:prSet>
      <dgm:spPr/>
    </dgm:pt>
    <dgm:pt modelId="{CF92DD9F-3FDB-45CA-8A2B-ADB016908398}" type="pres">
      <dgm:prSet presAssocID="{06475F0D-9D1A-4BF5-AEE3-CD3F880BC44A}" presName="parentNode2" presStyleLbl="node1" presStyleIdx="1" presStyleCnt="5">
        <dgm:presLayoutVars>
          <dgm:chMax val="0"/>
          <dgm:bulletEnabled val="1"/>
        </dgm:presLayoutVars>
      </dgm:prSet>
      <dgm:spPr/>
    </dgm:pt>
    <dgm:pt modelId="{3296AD52-20D7-4B98-941B-9E565B5900BF}" type="pres">
      <dgm:prSet presAssocID="{06475F0D-9D1A-4BF5-AEE3-CD3F880BC44A}" presName="connSite2" presStyleCnt="0"/>
      <dgm:spPr/>
    </dgm:pt>
    <dgm:pt modelId="{F0FD25A5-7F99-425D-9E6A-0295BEDA9C51}" type="pres">
      <dgm:prSet presAssocID="{4BD710C9-2F9D-441E-B548-A9989C0147D7}" presName="Name18" presStyleLbl="sibTrans2D1" presStyleIdx="1" presStyleCnt="4"/>
      <dgm:spPr/>
    </dgm:pt>
    <dgm:pt modelId="{BF7883A3-EDF5-485C-8EE4-7A1B24FFA4FC}" type="pres">
      <dgm:prSet presAssocID="{C17EA81B-EE8F-4BEA-9D93-831900C89C00}" presName="composite1" presStyleCnt="0"/>
      <dgm:spPr/>
    </dgm:pt>
    <dgm:pt modelId="{5E7E1609-9918-4470-9507-38BCA72D14FC}" type="pres">
      <dgm:prSet presAssocID="{C17EA81B-EE8F-4BEA-9D93-831900C89C00}" presName="dummyNode1" presStyleCnt="0"/>
      <dgm:spPr/>
    </dgm:pt>
    <dgm:pt modelId="{D8259A38-B16D-45D6-AF7C-449E9AF5D33F}" type="pres">
      <dgm:prSet presAssocID="{C17EA81B-EE8F-4BEA-9D93-831900C89C00}" presName="childNode1" presStyleLbl="bgAcc1" presStyleIdx="2" presStyleCnt="5">
        <dgm:presLayoutVars>
          <dgm:bulletEnabled val="1"/>
        </dgm:presLayoutVars>
      </dgm:prSet>
      <dgm:spPr/>
    </dgm:pt>
    <dgm:pt modelId="{4FC395A2-0E77-4E0C-B7FE-057C647AF6DA}" type="pres">
      <dgm:prSet presAssocID="{C17EA81B-EE8F-4BEA-9D93-831900C89C00}" presName="childNode1tx" presStyleCnt="0">
        <dgm:presLayoutVars>
          <dgm:bulletEnabled val="1"/>
        </dgm:presLayoutVars>
      </dgm:prSet>
      <dgm:spPr/>
    </dgm:pt>
    <dgm:pt modelId="{B14CDE25-1EB6-46BA-8C37-39D72DE88AC0}" type="pres">
      <dgm:prSet presAssocID="{C17EA81B-EE8F-4BEA-9D93-831900C89C00}" presName="parentNode1" presStyleLbl="node1" presStyleIdx="2" presStyleCnt="5">
        <dgm:presLayoutVars>
          <dgm:chMax val="1"/>
          <dgm:bulletEnabled val="1"/>
        </dgm:presLayoutVars>
      </dgm:prSet>
      <dgm:spPr/>
    </dgm:pt>
    <dgm:pt modelId="{5B40E31C-ED6C-48FF-A9FD-08452B967E8B}" type="pres">
      <dgm:prSet presAssocID="{C17EA81B-EE8F-4BEA-9D93-831900C89C00}" presName="connSite1" presStyleCnt="0"/>
      <dgm:spPr/>
    </dgm:pt>
    <dgm:pt modelId="{5ABE4A0A-E535-469F-B9C3-1AA518AA9E7C}" type="pres">
      <dgm:prSet presAssocID="{40C2F390-CB3F-4BF4-827D-B8018A5F3BB7}" presName="Name9" presStyleLbl="sibTrans2D1" presStyleIdx="2" presStyleCnt="4"/>
      <dgm:spPr/>
    </dgm:pt>
    <dgm:pt modelId="{3720B3D4-B04E-4226-96AB-0F601F21E949}" type="pres">
      <dgm:prSet presAssocID="{89CF50F2-3EE8-4308-BA46-57745656A4AA}" presName="composite2" presStyleCnt="0"/>
      <dgm:spPr/>
    </dgm:pt>
    <dgm:pt modelId="{1DA528E7-DE4D-4AE1-92D3-620DEC1A3303}" type="pres">
      <dgm:prSet presAssocID="{89CF50F2-3EE8-4308-BA46-57745656A4AA}" presName="dummyNode2" presStyleCnt="0"/>
      <dgm:spPr/>
    </dgm:pt>
    <dgm:pt modelId="{E92C59FA-91B7-4EDF-B110-246D394773FC}" type="pres">
      <dgm:prSet presAssocID="{89CF50F2-3EE8-4308-BA46-57745656A4AA}" presName="childNode2" presStyleLbl="bgAcc1" presStyleIdx="3" presStyleCnt="5">
        <dgm:presLayoutVars>
          <dgm:bulletEnabled val="1"/>
        </dgm:presLayoutVars>
      </dgm:prSet>
      <dgm:spPr/>
    </dgm:pt>
    <dgm:pt modelId="{1D404415-5542-4D18-9715-C09B29E03F7E}" type="pres">
      <dgm:prSet presAssocID="{89CF50F2-3EE8-4308-BA46-57745656A4AA}" presName="childNode2tx" presStyleCnt="0">
        <dgm:presLayoutVars>
          <dgm:bulletEnabled val="1"/>
        </dgm:presLayoutVars>
      </dgm:prSet>
      <dgm:spPr/>
    </dgm:pt>
    <dgm:pt modelId="{F9EB39DC-373A-466F-9421-DFAAE2742D36}" type="pres">
      <dgm:prSet presAssocID="{89CF50F2-3EE8-4308-BA46-57745656A4AA}" presName="parentNode2" presStyleLbl="node1" presStyleIdx="3" presStyleCnt="5">
        <dgm:presLayoutVars>
          <dgm:chMax val="0"/>
          <dgm:bulletEnabled val="1"/>
        </dgm:presLayoutVars>
      </dgm:prSet>
      <dgm:spPr/>
    </dgm:pt>
    <dgm:pt modelId="{34BC0C44-EFE4-49AD-88B1-0E560190C084}" type="pres">
      <dgm:prSet presAssocID="{89CF50F2-3EE8-4308-BA46-57745656A4AA}" presName="connSite2" presStyleCnt="0"/>
      <dgm:spPr/>
    </dgm:pt>
    <dgm:pt modelId="{68AC76B4-B602-490E-B672-8D381D8EEF91}" type="pres">
      <dgm:prSet presAssocID="{9604C662-124F-4916-B7BB-4DF131431D56}" presName="Name18" presStyleLbl="sibTrans2D1" presStyleIdx="3" presStyleCnt="4"/>
      <dgm:spPr/>
    </dgm:pt>
    <dgm:pt modelId="{25FC4BC5-3823-4635-B73B-C0FA7667F597}" type="pres">
      <dgm:prSet presAssocID="{A4CBB6B8-84E6-41DA-A253-F380CBF4C16F}" presName="composite1" presStyleCnt="0"/>
      <dgm:spPr/>
    </dgm:pt>
    <dgm:pt modelId="{7797B79A-A706-4520-B501-1FDD89123C6C}" type="pres">
      <dgm:prSet presAssocID="{A4CBB6B8-84E6-41DA-A253-F380CBF4C16F}" presName="dummyNode1" presStyleCnt="0"/>
      <dgm:spPr/>
    </dgm:pt>
    <dgm:pt modelId="{9F4E62C8-80D5-491A-AAB3-6ECC97A2D180}" type="pres">
      <dgm:prSet presAssocID="{A4CBB6B8-84E6-41DA-A253-F380CBF4C16F}" presName="childNode1" presStyleLbl="bgAcc1" presStyleIdx="4" presStyleCnt="5">
        <dgm:presLayoutVars>
          <dgm:bulletEnabled val="1"/>
        </dgm:presLayoutVars>
      </dgm:prSet>
      <dgm:spPr/>
    </dgm:pt>
    <dgm:pt modelId="{DF29A6E9-9964-44DF-AA5A-632BABFBEBB3}" type="pres">
      <dgm:prSet presAssocID="{A4CBB6B8-84E6-41DA-A253-F380CBF4C16F}" presName="childNode1tx" presStyleCnt="0">
        <dgm:presLayoutVars>
          <dgm:bulletEnabled val="1"/>
        </dgm:presLayoutVars>
      </dgm:prSet>
      <dgm:spPr/>
    </dgm:pt>
    <dgm:pt modelId="{7B1C1B0A-186B-4968-AF23-12A6D2CFB47D}" type="pres">
      <dgm:prSet presAssocID="{A4CBB6B8-84E6-41DA-A253-F380CBF4C16F}" presName="parentNode1" presStyleLbl="node1" presStyleIdx="4" presStyleCnt="5">
        <dgm:presLayoutVars>
          <dgm:chMax val="1"/>
          <dgm:bulletEnabled val="1"/>
        </dgm:presLayoutVars>
      </dgm:prSet>
      <dgm:spPr/>
    </dgm:pt>
    <dgm:pt modelId="{FD6DD912-44F5-45DB-AFBF-554C9B83EE53}" type="pres">
      <dgm:prSet presAssocID="{A4CBB6B8-84E6-41DA-A253-F380CBF4C16F}" presName="connSite1" presStyleCnt="0"/>
      <dgm:spPr/>
    </dgm:pt>
  </dgm:ptLst>
  <dgm:cxnLst>
    <dgm:cxn modelId="{568593F5-C1CA-4754-90AF-E782B6F3263B}" srcId="{B3B61304-4A0F-4E11-8080-599F9186F6A5}" destId="{DBF11EEE-13E4-480C-B659-8EAB0A3E4FA3}" srcOrd="0" destOrd="0" parTransId="{2C9F04B1-627C-4FBD-B83A-B8644783FF44}" sibTransId="{43C1507F-3971-4876-A32F-E1935454B926}"/>
    <dgm:cxn modelId="{B6E842C4-1F58-4AED-8692-F1DC36396308}" srcId="{DBF11EEE-13E4-480C-B659-8EAB0A3E4FA3}" destId="{604E0449-C09C-43A6-B98B-A2C38EA2EACF}" srcOrd="0" destOrd="0" parTransId="{FA865933-EB62-45CF-86F2-476E357988C3}" sibTransId="{B5FD7858-01BD-4B06-B1D4-464A17119E6D}"/>
    <dgm:cxn modelId="{DBF96EB9-C2F8-414C-BE70-16698BC13EE5}" srcId="{B3B61304-4A0F-4E11-8080-599F9186F6A5}" destId="{06475F0D-9D1A-4BF5-AEE3-CD3F880BC44A}" srcOrd="1" destOrd="0" parTransId="{E99562FF-418F-46D1-8F86-E0992ED7BA8E}" sibTransId="{4BD710C9-2F9D-441E-B548-A9989C0147D7}"/>
    <dgm:cxn modelId="{877D977D-5E40-4855-BF01-5E14E6EE13AB}" srcId="{06475F0D-9D1A-4BF5-AEE3-CD3F880BC44A}" destId="{FE2A3430-07B7-4AF8-8050-E9E6630C707F}" srcOrd="0" destOrd="1" parTransId="{FB51E315-BC56-4135-BA1D-66E640931F3A}" sibTransId="{9ADD2677-777A-4E9D-AE48-B83F0BAD6874}"/>
    <dgm:cxn modelId="{6A4447B1-0E05-4625-BCB9-810894234BA9}" srcId="{06475F0D-9D1A-4BF5-AEE3-CD3F880BC44A}" destId="{FBAFA29D-D521-44E6-B57D-9CC76F56B8B4}" srcOrd="1" destOrd="1" parTransId="{94B476D3-44ED-4B6C-90A1-844650AC3BF5}" sibTransId="{34B106C3-CA28-493C-93BC-65C02328FBDF}"/>
    <dgm:cxn modelId="{9EE58FB1-661D-4B2C-9ABD-AF870033D07E}" srcId="{B3B61304-4A0F-4E11-8080-599F9186F6A5}" destId="{C17EA81B-EE8F-4BEA-9D93-831900C89C00}" srcOrd="2" destOrd="0" parTransId="{D73C192A-A373-4ACC-BFC9-76609E41CF4E}" sibTransId="{40C2F390-CB3F-4BF4-827D-B8018A5F3BB7}"/>
    <dgm:cxn modelId="{8A111D4E-53DA-4B01-81B3-B7E4DED8AB20}" srcId="{C17EA81B-EE8F-4BEA-9D93-831900C89C00}" destId="{2E055442-BDF6-42BD-8A8A-460CDF6F5C5E}" srcOrd="0" destOrd="2" parTransId="{291EBA52-15FB-4985-9632-D5F9BE62ACD1}" sibTransId="{87346316-64F3-4945-9984-33BC77341C9F}"/>
    <dgm:cxn modelId="{F4246340-A6A6-4FC8-A44C-E6593341C1D5}" srcId="{C17EA81B-EE8F-4BEA-9D93-831900C89C00}" destId="{A7D4F63D-2EF5-441B-8F8C-8AF5ADE264EE}" srcOrd="1" destOrd="2" parTransId="{6A387276-C9D2-44BE-9D3B-1E6B7F684B59}" sibTransId="{4A659689-AC7D-4129-9314-FE18A29630D7}"/>
    <dgm:cxn modelId="{D23D80DA-DF3F-4DDD-81D2-2AE2DC8185CC}" srcId="{C17EA81B-EE8F-4BEA-9D93-831900C89C00}" destId="{E7A59B34-729B-44EF-B2F8-D978BF1A3398}" srcOrd="2" destOrd="2" parTransId="{25203B50-F409-4056-8B8E-99169930F248}" sibTransId="{33C7540B-028A-4CBA-BAC3-38B8450498CC}"/>
    <dgm:cxn modelId="{5D58B753-8028-41D7-BBCC-42DB1FF5BAB7}" srcId="{C17EA81B-EE8F-4BEA-9D93-831900C89C00}" destId="{AD0A0C3C-1297-4248-A587-BA7336013709}" srcOrd="3" destOrd="2" parTransId="{CEEE0851-E814-4659-9C3C-9ADA79BF96B2}" sibTransId="{DC265630-647C-4D4C-8FC2-CBB98EE87762}"/>
    <dgm:cxn modelId="{32126121-E0D5-4497-9B6A-387BC87F6594}" srcId="{B3B61304-4A0F-4E11-8080-599F9186F6A5}" destId="{89CF50F2-3EE8-4308-BA46-57745656A4AA}" srcOrd="3" destOrd="0" parTransId="{D242A0FB-DF73-49CA-BA3C-BD459F366127}" sibTransId="{9604C662-124F-4916-B7BB-4DF131431D56}"/>
    <dgm:cxn modelId="{BBC3C5B3-5C90-4418-AFEC-4AACE167A648}" srcId="{89CF50F2-3EE8-4308-BA46-57745656A4AA}" destId="{9A46A96D-7081-4C81-BD1E-4B7F6E9BD97E}" srcOrd="0" destOrd="3" parTransId="{D3AEF33B-A06A-420E-9ADF-C2B9A08A1AC7}" sibTransId="{128516E2-A7AA-457A-94DD-0B4EAC4385B1}"/>
    <dgm:cxn modelId="{611F7244-BEC8-47CD-9080-06258C654D38}" srcId="{89CF50F2-3EE8-4308-BA46-57745656A4AA}" destId="{D3D602B7-4FA4-4A89-9D68-66D2FF665087}" srcOrd="1" destOrd="3" parTransId="{92326581-1878-4CF6-B947-18FBF8A20793}" sibTransId="{57F137AC-98E0-4926-8CBF-25B1BDEE5C49}"/>
    <dgm:cxn modelId="{17D24122-3093-41F0-B0A7-EE5896E545E9}" srcId="{89CF50F2-3EE8-4308-BA46-57745656A4AA}" destId="{64B4BBFB-5E6B-4F81-A2E6-BE639E5B5AAB}" srcOrd="2" destOrd="3" parTransId="{392C114F-8333-4976-862D-A11757A768CD}" sibTransId="{D79CAF34-4AC6-4680-B64F-6A71D8E7725D}"/>
    <dgm:cxn modelId="{AA2FEA9C-31FA-475D-B6EC-4335572BD860}" srcId="{B3B61304-4A0F-4E11-8080-599F9186F6A5}" destId="{A4CBB6B8-84E6-41DA-A253-F380CBF4C16F}" srcOrd="4" destOrd="0" parTransId="{6BF9AA0B-A851-4ABD-9BE8-1336C9738AB8}" sibTransId="{B71ACFC2-160E-4438-99B2-0295109B5775}"/>
    <dgm:cxn modelId="{B74BE0A1-0373-4ECF-B1D4-B641D2B26D43}" srcId="{A4CBB6B8-84E6-41DA-A253-F380CBF4C16F}" destId="{A184F868-F0D9-46CE-AE07-77792588CD54}" srcOrd="0" destOrd="4" parTransId="{AC7C340E-C235-4AE6-99C9-EF7647256534}" sibTransId="{2E5D434B-86E4-420B-B56B-2982DC2599C6}"/>
    <dgm:cxn modelId="{B150F660-DCFB-49B5-891E-D55A896A402C}" srcId="{A4CBB6B8-84E6-41DA-A253-F380CBF4C16F}" destId="{DC0DECF4-A49B-47E3-90B9-71CCAB8FA5DC}" srcOrd="1" destOrd="4" parTransId="{B8868370-650E-4985-B89B-041744C770B1}" sibTransId="{5A65E4AE-B1AE-487D-A735-59338A93C25D}"/>
    <dgm:cxn modelId="{C70C2DB4-98BE-489E-9E53-5A084F8DBFDF}" srcId="{A4CBB6B8-84E6-41DA-A253-F380CBF4C16F}" destId="{50C1019A-8CC3-452E-A48A-21A528287883}" srcOrd="2" destOrd="4" parTransId="{CCCD92A7-4231-4824-BA54-49DC4FFCFE36}" sibTransId="{C6B64DBC-992B-45EB-BFAE-6BE36BF5586F}"/>
    <dgm:cxn modelId="{173B04B8-7955-4589-9BCA-11113B571352}" srcId="{A4CBB6B8-84E6-41DA-A253-F380CBF4C16F}" destId="{859BADA4-7E10-41D5-A45B-0DA5C778E63C}" srcOrd="3" destOrd="4" parTransId="{12BB7DAD-F670-447C-B552-E4D35C981236}" sibTransId="{1BF5F6EF-8CE3-4734-AF91-7CE303455C02}"/>
    <dgm:cxn modelId="{1CA609DA-1F37-4257-9D19-44F093A0100A}" srcId="{A4CBB6B8-84E6-41DA-A253-F380CBF4C16F}" destId="{1E604459-29D5-4C95-8FB4-D3C6F95F03C5}" srcOrd="4" destOrd="4" parTransId="{F586313F-6E4C-44BC-A4B3-217318FC722E}" sibTransId="{598980E6-C9DD-43C2-9A47-5906BEB1E106}"/>
    <dgm:cxn modelId="{C29BBFDE-D442-4AEA-B36B-4C97A2A4E02A}" srcId="{A4CBB6B8-84E6-41DA-A253-F380CBF4C16F}" destId="{4150C4B7-D660-407D-BEF9-01A927681DD5}" srcOrd="5" destOrd="4" parTransId="{C5905EAE-BFE6-48B2-8FDE-BBFF3D2B5995}" sibTransId="{0F0CB164-9B34-47BB-9F8C-5E60E47D2B0D}"/>
    <dgm:cxn modelId="{6D947E8D-C603-4EB4-A140-8CD9FAF0F733}" type="presOf" srcId="{B3B61304-4A0F-4E11-8080-599F9186F6A5}" destId="{7894115B-AABB-46F2-A52E-C27597016790}" srcOrd="0" destOrd="0" presId="urn:microsoft.com/office/officeart/2005/8/layout/hProcess4"/>
    <dgm:cxn modelId="{5D0CCECB-EBED-413C-AE75-061501C7D724}" type="presParOf" srcId="{7894115B-AABB-46F2-A52E-C27597016790}" destId="{56D916F2-6768-419D-835D-0E92CC7C803C}" srcOrd="0" destOrd="0" presId="urn:microsoft.com/office/officeart/2005/8/layout/hProcess4"/>
    <dgm:cxn modelId="{7CA9E177-1408-43A6-AD37-A82DA5CF7F27}" type="presParOf" srcId="{7894115B-AABB-46F2-A52E-C27597016790}" destId="{ECD0F423-0D40-44D8-AF71-D97C3F9DF26B}" srcOrd="1" destOrd="0" presId="urn:microsoft.com/office/officeart/2005/8/layout/hProcess4"/>
    <dgm:cxn modelId="{02A9A200-DE09-4043-BA5E-B40709CE43DC}" type="presParOf" srcId="{7894115B-AABB-46F2-A52E-C27597016790}" destId="{77157E72-C09D-4CF2-AEC0-0324FBF39226}" srcOrd="2" destOrd="0" presId="urn:microsoft.com/office/officeart/2005/8/layout/hProcess4"/>
    <dgm:cxn modelId="{A125029B-15A7-401F-B109-CC2279F93A93}" type="presParOf" srcId="{77157E72-C09D-4CF2-AEC0-0324FBF39226}" destId="{11F94AA4-0180-4F59-92A1-9456FE355EE0}" srcOrd="0" destOrd="2" presId="urn:microsoft.com/office/officeart/2005/8/layout/hProcess4"/>
    <dgm:cxn modelId="{51454640-DE04-4A6B-9B09-F8369EA45C2B}" type="presParOf" srcId="{11F94AA4-0180-4F59-92A1-9456FE355EE0}" destId="{18E4CBBB-7A1C-428F-BB3C-37EB817BE458}" srcOrd="0" destOrd="0" presId="urn:microsoft.com/office/officeart/2005/8/layout/hProcess4"/>
    <dgm:cxn modelId="{8725C33E-1D48-4C6E-A10D-DC1D8512D2DC}" type="presParOf" srcId="{11F94AA4-0180-4F59-92A1-9456FE355EE0}" destId="{11517EE1-3CBA-45FE-93D3-A5B0C4B4F908}" srcOrd="1" destOrd="0" presId="urn:microsoft.com/office/officeart/2005/8/layout/hProcess4"/>
    <dgm:cxn modelId="{B37CEA7A-1C10-4B25-9A67-9A973743B7A7}" type="presOf" srcId="{604E0449-C09C-43A6-B98B-A2C38EA2EACF}" destId="{11517EE1-3CBA-45FE-93D3-A5B0C4B4F908}" srcOrd="0" destOrd="0" presId="urn:microsoft.com/office/officeart/2005/8/layout/hProcess4"/>
    <dgm:cxn modelId="{7D92E71B-E96F-49B7-882E-C89F61E3989A}" type="presParOf" srcId="{11F94AA4-0180-4F59-92A1-9456FE355EE0}" destId="{13992090-347E-442D-9830-EE2FC72D9E2A}" srcOrd="2" destOrd="0" presId="urn:microsoft.com/office/officeart/2005/8/layout/hProcess4"/>
    <dgm:cxn modelId="{E2B70A20-A4B4-4120-B1BE-9027903726AA}" type="presOf" srcId="{604E0449-C09C-43A6-B98B-A2C38EA2EACF}" destId="{13992090-347E-442D-9830-EE2FC72D9E2A}" srcOrd="1" destOrd="0" presId="urn:microsoft.com/office/officeart/2005/8/layout/hProcess4"/>
    <dgm:cxn modelId="{8D46FFD6-51AC-4DCA-9F6B-B492612713A4}" type="presParOf" srcId="{11F94AA4-0180-4F59-92A1-9456FE355EE0}" destId="{3CAA4707-C074-4C95-8350-2B38F7CFAFBB}" srcOrd="3" destOrd="0" presId="urn:microsoft.com/office/officeart/2005/8/layout/hProcess4"/>
    <dgm:cxn modelId="{24DD5D8D-2E9D-4DD2-AA57-63D5CF98F3F7}" type="presOf" srcId="{DBF11EEE-13E4-480C-B659-8EAB0A3E4FA3}" destId="{3CAA4707-C074-4C95-8350-2B38F7CFAFBB}" srcOrd="0" destOrd="0" presId="urn:microsoft.com/office/officeart/2005/8/layout/hProcess4"/>
    <dgm:cxn modelId="{925B0E1E-6D07-4D39-A5B3-63CAC2B1E271}" type="presParOf" srcId="{11F94AA4-0180-4F59-92A1-9456FE355EE0}" destId="{1536DBDC-93BE-432E-AC30-9FB0E874BBE0}" srcOrd="4" destOrd="0" presId="urn:microsoft.com/office/officeart/2005/8/layout/hProcess4"/>
    <dgm:cxn modelId="{74CDDB16-8EFC-41C9-8617-52A5C8FFA54E}" type="presParOf" srcId="{77157E72-C09D-4CF2-AEC0-0324FBF39226}" destId="{A15AFDA8-7C4E-4B9F-9A88-E0DA3492DCCE}" srcOrd="1" destOrd="2" presId="urn:microsoft.com/office/officeart/2005/8/layout/hProcess4"/>
    <dgm:cxn modelId="{8845A79A-9071-40A9-8E6D-4ABA2455FB7F}" type="presOf" srcId="{43C1507F-3971-4876-A32F-E1935454B926}" destId="{A15AFDA8-7C4E-4B9F-9A88-E0DA3492DCCE}" srcOrd="0" destOrd="0" presId="urn:microsoft.com/office/officeart/2005/8/layout/hProcess4"/>
    <dgm:cxn modelId="{A1DF93DD-A726-46CA-9A71-610249C4E47C}" type="presParOf" srcId="{77157E72-C09D-4CF2-AEC0-0324FBF39226}" destId="{A86F0F44-8EA0-4240-B51F-11A0D800F828}" srcOrd="2" destOrd="2" presId="urn:microsoft.com/office/officeart/2005/8/layout/hProcess4"/>
    <dgm:cxn modelId="{7039BB5E-21E3-4584-BB79-31F12471C7E1}" type="presParOf" srcId="{A86F0F44-8EA0-4240-B51F-11A0D800F828}" destId="{52D9836F-D6D7-422B-8536-A5C35AC96D58}" srcOrd="0" destOrd="2" presId="urn:microsoft.com/office/officeart/2005/8/layout/hProcess4"/>
    <dgm:cxn modelId="{74C90AA3-801D-4715-A83A-19C9FB371E5A}" type="presParOf" srcId="{A86F0F44-8EA0-4240-B51F-11A0D800F828}" destId="{BF6D9950-A9A6-4976-B210-BF45204737F0}" srcOrd="1" destOrd="2" presId="urn:microsoft.com/office/officeart/2005/8/layout/hProcess4"/>
    <dgm:cxn modelId="{2066F6FC-0AB0-495E-BF52-31F41C7B97FE}" type="presOf" srcId="{FE2A3430-07B7-4AF8-8050-E9E6630C707F}" destId="{BF6D9950-A9A6-4976-B210-BF45204737F0}" srcOrd="0" destOrd="0" presId="urn:microsoft.com/office/officeart/2005/8/layout/hProcess4"/>
    <dgm:cxn modelId="{517D206A-A64D-4AAE-80A8-0137BAA15A21}" type="presOf" srcId="{FBAFA29D-D521-44E6-B57D-9CC76F56B8B4}" destId="{BF6D9950-A9A6-4976-B210-BF45204737F0}" srcOrd="0" destOrd="1" presId="urn:microsoft.com/office/officeart/2005/8/layout/hProcess4"/>
    <dgm:cxn modelId="{5DA7591D-BC3A-4F68-9F45-68A0916F9200}" type="presParOf" srcId="{A86F0F44-8EA0-4240-B51F-11A0D800F828}" destId="{3FD9702E-5AB2-40E6-8777-C417E846C792}" srcOrd="2" destOrd="2" presId="urn:microsoft.com/office/officeart/2005/8/layout/hProcess4"/>
    <dgm:cxn modelId="{A0533254-544B-4026-83F4-82D5EC8DBAFC}" type="presOf" srcId="{FE2A3430-07B7-4AF8-8050-E9E6630C707F}" destId="{3FD9702E-5AB2-40E6-8777-C417E846C792}" srcOrd="1" destOrd="0" presId="urn:microsoft.com/office/officeart/2005/8/layout/hProcess4"/>
    <dgm:cxn modelId="{E6387247-10D2-42C9-8B6A-E72608CFF77D}" type="presOf" srcId="{FBAFA29D-D521-44E6-B57D-9CC76F56B8B4}" destId="{3FD9702E-5AB2-40E6-8777-C417E846C792}" srcOrd="1" destOrd="1" presId="urn:microsoft.com/office/officeart/2005/8/layout/hProcess4"/>
    <dgm:cxn modelId="{AF76A3C7-DC94-4B26-BCEE-22B74E3E7C5D}" type="presParOf" srcId="{A86F0F44-8EA0-4240-B51F-11A0D800F828}" destId="{CF92DD9F-3FDB-45CA-8A2B-ADB016908398}" srcOrd="3" destOrd="2" presId="urn:microsoft.com/office/officeart/2005/8/layout/hProcess4"/>
    <dgm:cxn modelId="{8B5BD59D-8770-4D6E-A38E-C11CB226D4A9}" type="presOf" srcId="{06475F0D-9D1A-4BF5-AEE3-CD3F880BC44A}" destId="{CF92DD9F-3FDB-45CA-8A2B-ADB016908398}" srcOrd="0" destOrd="0" presId="urn:microsoft.com/office/officeart/2005/8/layout/hProcess4"/>
    <dgm:cxn modelId="{A33697E2-9CDB-4A37-9954-D626678912C7}" type="presParOf" srcId="{A86F0F44-8EA0-4240-B51F-11A0D800F828}" destId="{3296AD52-20D7-4B98-941B-9E565B5900BF}" srcOrd="4" destOrd="2" presId="urn:microsoft.com/office/officeart/2005/8/layout/hProcess4"/>
    <dgm:cxn modelId="{B6CCCEAA-883C-476F-8491-D2C782B9B874}" type="presParOf" srcId="{77157E72-C09D-4CF2-AEC0-0324FBF39226}" destId="{F0FD25A5-7F99-425D-9E6A-0295BEDA9C51}" srcOrd="3" destOrd="2" presId="urn:microsoft.com/office/officeart/2005/8/layout/hProcess4"/>
    <dgm:cxn modelId="{DC58A9A5-30F9-4AFE-B8BE-D2A2569FEFB4}" type="presOf" srcId="{4BD710C9-2F9D-441E-B548-A9989C0147D7}" destId="{F0FD25A5-7F99-425D-9E6A-0295BEDA9C51}" srcOrd="0" destOrd="0" presId="urn:microsoft.com/office/officeart/2005/8/layout/hProcess4"/>
    <dgm:cxn modelId="{01454B5F-6BAC-48B6-A2C6-252B0F1563DA}" type="presParOf" srcId="{77157E72-C09D-4CF2-AEC0-0324FBF39226}" destId="{BF7883A3-EDF5-485C-8EE4-7A1B24FFA4FC}" srcOrd="4" destOrd="2" presId="urn:microsoft.com/office/officeart/2005/8/layout/hProcess4"/>
    <dgm:cxn modelId="{99871F4B-735A-45C8-813E-B60C64CDBBC8}" type="presParOf" srcId="{BF7883A3-EDF5-485C-8EE4-7A1B24FFA4FC}" destId="{5E7E1609-9918-4470-9507-38BCA72D14FC}" srcOrd="0" destOrd="4" presId="urn:microsoft.com/office/officeart/2005/8/layout/hProcess4"/>
    <dgm:cxn modelId="{B924E7EE-A797-472A-92BB-570E91B70D50}" type="presParOf" srcId="{BF7883A3-EDF5-485C-8EE4-7A1B24FFA4FC}" destId="{D8259A38-B16D-45D6-AF7C-449E9AF5D33F}" srcOrd="1" destOrd="4" presId="urn:microsoft.com/office/officeart/2005/8/layout/hProcess4"/>
    <dgm:cxn modelId="{595384EC-6AB9-43BC-B974-03940029E433}" type="presOf" srcId="{2E055442-BDF6-42BD-8A8A-460CDF6F5C5E}" destId="{D8259A38-B16D-45D6-AF7C-449E9AF5D33F}" srcOrd="0" destOrd="0" presId="urn:microsoft.com/office/officeart/2005/8/layout/hProcess4"/>
    <dgm:cxn modelId="{2E82A858-343D-409B-86A5-46D59FD22DCF}" type="presOf" srcId="{A7D4F63D-2EF5-441B-8F8C-8AF5ADE264EE}" destId="{D8259A38-B16D-45D6-AF7C-449E9AF5D33F}" srcOrd="0" destOrd="1" presId="urn:microsoft.com/office/officeart/2005/8/layout/hProcess4"/>
    <dgm:cxn modelId="{09A9A970-74D5-453C-B367-91F00AE89EBB}" type="presOf" srcId="{E7A59B34-729B-44EF-B2F8-D978BF1A3398}" destId="{D8259A38-B16D-45D6-AF7C-449E9AF5D33F}" srcOrd="0" destOrd="2" presId="urn:microsoft.com/office/officeart/2005/8/layout/hProcess4"/>
    <dgm:cxn modelId="{364FDCEE-713A-4F38-8F8C-974ABE8C872C}" type="presOf" srcId="{AD0A0C3C-1297-4248-A587-BA7336013709}" destId="{D8259A38-B16D-45D6-AF7C-449E9AF5D33F}" srcOrd="0" destOrd="3" presId="urn:microsoft.com/office/officeart/2005/8/layout/hProcess4"/>
    <dgm:cxn modelId="{45A6B4F4-9F77-4F49-8A81-34D8F868D455}" type="presParOf" srcId="{BF7883A3-EDF5-485C-8EE4-7A1B24FFA4FC}" destId="{4FC395A2-0E77-4E0C-B7FE-057C647AF6DA}" srcOrd="2" destOrd="4" presId="urn:microsoft.com/office/officeart/2005/8/layout/hProcess4"/>
    <dgm:cxn modelId="{A977B6F8-F031-46F1-8707-1FE848CFC8B9}" type="presOf" srcId="{2E055442-BDF6-42BD-8A8A-460CDF6F5C5E}" destId="{4FC395A2-0E77-4E0C-B7FE-057C647AF6DA}" srcOrd="1" destOrd="0" presId="urn:microsoft.com/office/officeart/2005/8/layout/hProcess4"/>
    <dgm:cxn modelId="{DB1C4FA2-F56F-40D0-8711-983A423E8592}" type="presOf" srcId="{A7D4F63D-2EF5-441B-8F8C-8AF5ADE264EE}" destId="{4FC395A2-0E77-4E0C-B7FE-057C647AF6DA}" srcOrd="1" destOrd="1" presId="urn:microsoft.com/office/officeart/2005/8/layout/hProcess4"/>
    <dgm:cxn modelId="{2818B36B-80D3-4097-A3CF-17B289F44E19}" type="presOf" srcId="{E7A59B34-729B-44EF-B2F8-D978BF1A3398}" destId="{4FC395A2-0E77-4E0C-B7FE-057C647AF6DA}" srcOrd="1" destOrd="2" presId="urn:microsoft.com/office/officeart/2005/8/layout/hProcess4"/>
    <dgm:cxn modelId="{7B8BD256-E1DB-4158-A345-76644B1177FC}" type="presOf" srcId="{AD0A0C3C-1297-4248-A587-BA7336013709}" destId="{4FC395A2-0E77-4E0C-B7FE-057C647AF6DA}" srcOrd="1" destOrd="3" presId="urn:microsoft.com/office/officeart/2005/8/layout/hProcess4"/>
    <dgm:cxn modelId="{4EB98C58-7736-4585-89F0-1464852E3577}" type="presParOf" srcId="{BF7883A3-EDF5-485C-8EE4-7A1B24FFA4FC}" destId="{B14CDE25-1EB6-46BA-8C37-39D72DE88AC0}" srcOrd="3" destOrd="4" presId="urn:microsoft.com/office/officeart/2005/8/layout/hProcess4"/>
    <dgm:cxn modelId="{7B72C1AC-B571-45CA-AEFA-5EA99F8548C4}" type="presOf" srcId="{C17EA81B-EE8F-4BEA-9D93-831900C89C00}" destId="{B14CDE25-1EB6-46BA-8C37-39D72DE88AC0}" srcOrd="0" destOrd="0" presId="urn:microsoft.com/office/officeart/2005/8/layout/hProcess4"/>
    <dgm:cxn modelId="{23EA8FE2-0E38-4B92-A1B7-E18A73090C61}" type="presParOf" srcId="{BF7883A3-EDF5-485C-8EE4-7A1B24FFA4FC}" destId="{5B40E31C-ED6C-48FF-A9FD-08452B967E8B}" srcOrd="4" destOrd="4" presId="urn:microsoft.com/office/officeart/2005/8/layout/hProcess4"/>
    <dgm:cxn modelId="{47D5E010-3BE3-405E-AB9F-C5F9E6B69282}" type="presParOf" srcId="{77157E72-C09D-4CF2-AEC0-0324FBF39226}" destId="{5ABE4A0A-E535-469F-B9C3-1AA518AA9E7C}" srcOrd="5" destOrd="2" presId="urn:microsoft.com/office/officeart/2005/8/layout/hProcess4"/>
    <dgm:cxn modelId="{B2061ABC-A143-4AF1-BDEA-9AE88327B2C4}" type="presOf" srcId="{40C2F390-CB3F-4BF4-827D-B8018A5F3BB7}" destId="{5ABE4A0A-E535-469F-B9C3-1AA518AA9E7C}" srcOrd="0" destOrd="0" presId="urn:microsoft.com/office/officeart/2005/8/layout/hProcess4"/>
    <dgm:cxn modelId="{58E0D5AA-EF7E-44EA-9461-7C1273D00DEB}" type="presParOf" srcId="{77157E72-C09D-4CF2-AEC0-0324FBF39226}" destId="{3720B3D4-B04E-4226-96AB-0F601F21E949}" srcOrd="6" destOrd="2" presId="urn:microsoft.com/office/officeart/2005/8/layout/hProcess4"/>
    <dgm:cxn modelId="{E8A32D2D-14E6-4E91-A6D5-5F507D9FDD8F}" type="presParOf" srcId="{3720B3D4-B04E-4226-96AB-0F601F21E949}" destId="{1DA528E7-DE4D-4AE1-92D3-620DEC1A3303}" srcOrd="0" destOrd="6" presId="urn:microsoft.com/office/officeart/2005/8/layout/hProcess4"/>
    <dgm:cxn modelId="{FE52B508-A4D8-483A-9C11-4359B8E3AC3E}" type="presParOf" srcId="{3720B3D4-B04E-4226-96AB-0F601F21E949}" destId="{E92C59FA-91B7-4EDF-B110-246D394773FC}" srcOrd="1" destOrd="6" presId="urn:microsoft.com/office/officeart/2005/8/layout/hProcess4"/>
    <dgm:cxn modelId="{7D3CDB03-12D1-4B64-B312-D9F3A8C7D599}" type="presOf" srcId="{9A46A96D-7081-4C81-BD1E-4B7F6E9BD97E}" destId="{E92C59FA-91B7-4EDF-B110-246D394773FC}" srcOrd="0" destOrd="0" presId="urn:microsoft.com/office/officeart/2005/8/layout/hProcess4"/>
    <dgm:cxn modelId="{EDAEC9E4-864B-4043-A2FD-00E24232AF81}" type="presOf" srcId="{D3D602B7-4FA4-4A89-9D68-66D2FF665087}" destId="{E92C59FA-91B7-4EDF-B110-246D394773FC}" srcOrd="0" destOrd="1" presId="urn:microsoft.com/office/officeart/2005/8/layout/hProcess4"/>
    <dgm:cxn modelId="{DBF16C8A-1F7D-40BC-9D0B-16F640912AA5}" type="presOf" srcId="{64B4BBFB-5E6B-4F81-A2E6-BE639E5B5AAB}" destId="{E92C59FA-91B7-4EDF-B110-246D394773FC}" srcOrd="0" destOrd="2" presId="urn:microsoft.com/office/officeart/2005/8/layout/hProcess4"/>
    <dgm:cxn modelId="{ED2FF077-38D0-4D0D-A44F-92CC614A66F4}" type="presParOf" srcId="{3720B3D4-B04E-4226-96AB-0F601F21E949}" destId="{1D404415-5542-4D18-9715-C09B29E03F7E}" srcOrd="2" destOrd="6" presId="urn:microsoft.com/office/officeart/2005/8/layout/hProcess4"/>
    <dgm:cxn modelId="{8AAAA152-8B1E-4CC3-8E37-C9A302E60D8D}" type="presOf" srcId="{9A46A96D-7081-4C81-BD1E-4B7F6E9BD97E}" destId="{1D404415-5542-4D18-9715-C09B29E03F7E}" srcOrd="1" destOrd="0" presId="urn:microsoft.com/office/officeart/2005/8/layout/hProcess4"/>
    <dgm:cxn modelId="{B447DEB2-4223-4FD4-ABD3-59E3E47453D6}" type="presOf" srcId="{D3D602B7-4FA4-4A89-9D68-66D2FF665087}" destId="{1D404415-5542-4D18-9715-C09B29E03F7E}" srcOrd="1" destOrd="1" presId="urn:microsoft.com/office/officeart/2005/8/layout/hProcess4"/>
    <dgm:cxn modelId="{1DE55147-32CE-49FC-8A8A-0FA590E4D2A2}" type="presOf" srcId="{64B4BBFB-5E6B-4F81-A2E6-BE639E5B5AAB}" destId="{1D404415-5542-4D18-9715-C09B29E03F7E}" srcOrd="1" destOrd="2" presId="urn:microsoft.com/office/officeart/2005/8/layout/hProcess4"/>
    <dgm:cxn modelId="{7DAFC880-9C5F-4012-8A55-569F9C370F23}" type="presParOf" srcId="{3720B3D4-B04E-4226-96AB-0F601F21E949}" destId="{F9EB39DC-373A-466F-9421-DFAAE2742D36}" srcOrd="3" destOrd="6" presId="urn:microsoft.com/office/officeart/2005/8/layout/hProcess4"/>
    <dgm:cxn modelId="{EBF32A66-936B-4094-A5BC-B660AC958BA0}" type="presOf" srcId="{89CF50F2-3EE8-4308-BA46-57745656A4AA}" destId="{F9EB39DC-373A-466F-9421-DFAAE2742D36}" srcOrd="0" destOrd="0" presId="urn:microsoft.com/office/officeart/2005/8/layout/hProcess4"/>
    <dgm:cxn modelId="{027E65C9-F0C5-485B-AD73-6CDA3A9C261D}" type="presParOf" srcId="{3720B3D4-B04E-4226-96AB-0F601F21E949}" destId="{34BC0C44-EFE4-49AD-88B1-0E560190C084}" srcOrd="4" destOrd="6" presId="urn:microsoft.com/office/officeart/2005/8/layout/hProcess4"/>
    <dgm:cxn modelId="{0630ACB4-B3BB-427E-B68B-BFA3BB424A8A}" type="presParOf" srcId="{77157E72-C09D-4CF2-AEC0-0324FBF39226}" destId="{68AC76B4-B602-490E-B672-8D381D8EEF91}" srcOrd="7" destOrd="2" presId="urn:microsoft.com/office/officeart/2005/8/layout/hProcess4"/>
    <dgm:cxn modelId="{F9B766A1-2E10-445F-9FC9-4A75F02F246A}" type="presOf" srcId="{9604C662-124F-4916-B7BB-4DF131431D56}" destId="{68AC76B4-B602-490E-B672-8D381D8EEF91}" srcOrd="0" destOrd="0" presId="urn:microsoft.com/office/officeart/2005/8/layout/hProcess4"/>
    <dgm:cxn modelId="{0EE4E56C-756F-4F8A-90C5-565106A2A3BA}" type="presParOf" srcId="{77157E72-C09D-4CF2-AEC0-0324FBF39226}" destId="{25FC4BC5-3823-4635-B73B-C0FA7667F597}" srcOrd="8" destOrd="2" presId="urn:microsoft.com/office/officeart/2005/8/layout/hProcess4"/>
    <dgm:cxn modelId="{B66E7D8C-528F-4714-A3F3-95602A5F477A}" type="presParOf" srcId="{25FC4BC5-3823-4635-B73B-C0FA7667F597}" destId="{7797B79A-A706-4520-B501-1FDD89123C6C}" srcOrd="0" destOrd="8" presId="urn:microsoft.com/office/officeart/2005/8/layout/hProcess4"/>
    <dgm:cxn modelId="{E0C4FA29-6E00-4199-B9DD-76DDAF38B25F}" type="presParOf" srcId="{25FC4BC5-3823-4635-B73B-C0FA7667F597}" destId="{9F4E62C8-80D5-491A-AAB3-6ECC97A2D180}" srcOrd="1" destOrd="8" presId="urn:microsoft.com/office/officeart/2005/8/layout/hProcess4"/>
    <dgm:cxn modelId="{B0CFB139-CBE7-4D89-B9F2-8F890FC7AC6B}" type="presOf" srcId="{A184F868-F0D9-46CE-AE07-77792588CD54}" destId="{9F4E62C8-80D5-491A-AAB3-6ECC97A2D180}" srcOrd="0" destOrd="0" presId="urn:microsoft.com/office/officeart/2005/8/layout/hProcess4"/>
    <dgm:cxn modelId="{64375EA9-DD52-4A77-851B-2B4D2C7F3AEA}" type="presOf" srcId="{DC0DECF4-A49B-47E3-90B9-71CCAB8FA5DC}" destId="{9F4E62C8-80D5-491A-AAB3-6ECC97A2D180}" srcOrd="0" destOrd="1" presId="urn:microsoft.com/office/officeart/2005/8/layout/hProcess4"/>
    <dgm:cxn modelId="{794C1908-25BE-46F8-B9DD-DFB0AC6875A3}" type="presOf" srcId="{50C1019A-8CC3-452E-A48A-21A528287883}" destId="{9F4E62C8-80D5-491A-AAB3-6ECC97A2D180}" srcOrd="0" destOrd="2" presId="urn:microsoft.com/office/officeart/2005/8/layout/hProcess4"/>
    <dgm:cxn modelId="{A3C9DE91-A135-43B3-8EB4-6589230D8992}" type="presOf" srcId="{859BADA4-7E10-41D5-A45B-0DA5C778E63C}" destId="{9F4E62C8-80D5-491A-AAB3-6ECC97A2D180}" srcOrd="0" destOrd="3" presId="urn:microsoft.com/office/officeart/2005/8/layout/hProcess4"/>
    <dgm:cxn modelId="{4BE9A0D4-C7B1-4500-B0D6-3F6B8EB56D79}" type="presOf" srcId="{1E604459-29D5-4C95-8FB4-D3C6F95F03C5}" destId="{9F4E62C8-80D5-491A-AAB3-6ECC97A2D180}" srcOrd="0" destOrd="4" presId="urn:microsoft.com/office/officeart/2005/8/layout/hProcess4"/>
    <dgm:cxn modelId="{346E2316-F67D-4754-8003-A1C7D4FD1700}" type="presOf" srcId="{4150C4B7-D660-407D-BEF9-01A927681DD5}" destId="{9F4E62C8-80D5-491A-AAB3-6ECC97A2D180}" srcOrd="0" destOrd="5" presId="urn:microsoft.com/office/officeart/2005/8/layout/hProcess4"/>
    <dgm:cxn modelId="{C517DE08-80A8-44A3-AC19-34939183F298}" type="presParOf" srcId="{25FC4BC5-3823-4635-B73B-C0FA7667F597}" destId="{DF29A6E9-9964-44DF-AA5A-632BABFBEBB3}" srcOrd="2" destOrd="8" presId="urn:microsoft.com/office/officeart/2005/8/layout/hProcess4"/>
    <dgm:cxn modelId="{00712BAF-83DA-41F9-A4DD-21B25EDA78FE}" type="presOf" srcId="{A184F868-F0D9-46CE-AE07-77792588CD54}" destId="{DF29A6E9-9964-44DF-AA5A-632BABFBEBB3}" srcOrd="1" destOrd="0" presId="urn:microsoft.com/office/officeart/2005/8/layout/hProcess4"/>
    <dgm:cxn modelId="{EE86B928-AB95-4B35-A87F-5EBBF29EDBEF}" type="presOf" srcId="{DC0DECF4-A49B-47E3-90B9-71CCAB8FA5DC}" destId="{DF29A6E9-9964-44DF-AA5A-632BABFBEBB3}" srcOrd="1" destOrd="1" presId="urn:microsoft.com/office/officeart/2005/8/layout/hProcess4"/>
    <dgm:cxn modelId="{1CAB5C70-2602-4B6C-B9DE-7D5AE3260DDE}" type="presOf" srcId="{50C1019A-8CC3-452E-A48A-21A528287883}" destId="{DF29A6E9-9964-44DF-AA5A-632BABFBEBB3}" srcOrd="1" destOrd="2" presId="urn:microsoft.com/office/officeart/2005/8/layout/hProcess4"/>
    <dgm:cxn modelId="{15F2DA6C-E8CF-4E71-9963-68D2F7251361}" type="presOf" srcId="{859BADA4-7E10-41D5-A45B-0DA5C778E63C}" destId="{DF29A6E9-9964-44DF-AA5A-632BABFBEBB3}" srcOrd="1" destOrd="3" presId="urn:microsoft.com/office/officeart/2005/8/layout/hProcess4"/>
    <dgm:cxn modelId="{1C8F3059-6EFE-48B8-A22E-7EE0E038C51B}" type="presOf" srcId="{1E604459-29D5-4C95-8FB4-D3C6F95F03C5}" destId="{DF29A6E9-9964-44DF-AA5A-632BABFBEBB3}" srcOrd="1" destOrd="4" presId="urn:microsoft.com/office/officeart/2005/8/layout/hProcess4"/>
    <dgm:cxn modelId="{3FE1D5BB-485B-4FBB-B5B7-C292D59D9433}" type="presOf" srcId="{4150C4B7-D660-407D-BEF9-01A927681DD5}" destId="{DF29A6E9-9964-44DF-AA5A-632BABFBEBB3}" srcOrd="1" destOrd="5" presId="urn:microsoft.com/office/officeart/2005/8/layout/hProcess4"/>
    <dgm:cxn modelId="{7C30D842-2193-4D60-A4A8-629FBEF99131}" type="presParOf" srcId="{25FC4BC5-3823-4635-B73B-C0FA7667F597}" destId="{7B1C1B0A-186B-4968-AF23-12A6D2CFB47D}" srcOrd="3" destOrd="8" presId="urn:microsoft.com/office/officeart/2005/8/layout/hProcess4"/>
    <dgm:cxn modelId="{038E84F1-E425-4F72-AA07-E72379FFFF3C}" type="presOf" srcId="{A4CBB6B8-84E6-41DA-A253-F380CBF4C16F}" destId="{7B1C1B0A-186B-4968-AF23-12A6D2CFB47D}" srcOrd="0" destOrd="0" presId="urn:microsoft.com/office/officeart/2005/8/layout/hProcess4"/>
    <dgm:cxn modelId="{731DD5B8-4B16-4AA1-A662-7EB3987A299D}" type="presParOf" srcId="{25FC4BC5-3823-4635-B73B-C0FA7667F597}" destId="{FD6DD912-44F5-45DB-AFBF-554C9B83EE53}" srcOrd="4" destOrd="8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806555" cy="3947160"/>
        <a:chOff x="0" y="0"/>
        <a:chExt cx="11806555" cy="3947160"/>
      </a:xfrm>
    </dsp:grpSpPr>
    <dsp:sp modelId="{11517EE1-3CBA-45FE-93D3-A5B0C4B4F908}">
      <dsp:nvSpPr>
        <dsp:cNvPr id="167" name="Rounded Rectangle 166"/>
        <dsp:cNvSpPr/>
      </dsp:nvSpPr>
      <dsp:spPr bwMode="white">
        <a:xfrm>
          <a:off x="0" y="1240176"/>
          <a:ext cx="1778401" cy="1466809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altLang="en-US">
              <a:solidFill>
                <a:schemeClr val="dk1"/>
              </a:solidFill>
            </a:rPr>
            <a:t>F</a:t>
          </a:r>
          <a:r>
            <a:rPr lang="pt-PT">
              <a:solidFill>
                <a:schemeClr val="dk1"/>
              </a:solidFill>
            </a:rPr>
            <a:t>inaliza ajustes Android</a:t>
          </a: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>
              <a:solidFill>
                <a:schemeClr val="dk1"/>
              </a:solidFill>
            </a:rPr>
            <a:t>Atualiza Versão Android</a:t>
          </a: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>
              <a:solidFill>
                <a:schemeClr val="dk1"/>
              </a:solidFill>
            </a:rPr>
            <a:t>Finaliza versão IOS</a:t>
          </a: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>
              <a:solidFill>
                <a:schemeClr val="dk1"/>
              </a:solidFill>
            </a:rPr>
            <a:t>Ajusta versão IOS</a:t>
          </a:r>
          <a:endParaRPr lang="pt-PT">
            <a:solidFill>
              <a:schemeClr val="dk1"/>
            </a:solidFill>
          </a:endParaRPr>
        </a:p>
      </dsp:txBody>
      <dsp:txXfrm>
        <a:off x="0" y="1240176"/>
        <a:ext cx="1778401" cy="1466809"/>
      </dsp:txXfrm>
    </dsp:sp>
    <dsp:sp modelId="{A15AFDA8-7C4E-4B9F-9A88-E0DA3492DCCE}">
      <dsp:nvSpPr>
        <dsp:cNvPr id="169" name="Shape 168"/>
        <dsp:cNvSpPr/>
      </dsp:nvSpPr>
      <dsp:spPr bwMode="white">
        <a:xfrm>
          <a:off x="961224" y="1441054"/>
          <a:ext cx="2231324" cy="2231324"/>
        </a:xfrm>
        <a:prstGeom prst="leftCircularArrow">
          <a:avLst>
            <a:gd name="adj1" fmla="val 5000"/>
            <a:gd name="adj2" fmla="val -360000"/>
            <a:gd name="adj3" fmla="val 2259168"/>
            <a:gd name="adj4" fmla="val 9148147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61224" y="1441054"/>
        <a:ext cx="2231324" cy="2231324"/>
      </dsp:txXfrm>
    </dsp:sp>
    <dsp:sp modelId="{3CAA4707-C074-4C95-8350-2B38F7CFAFBB}">
      <dsp:nvSpPr>
        <dsp:cNvPr id="168" name="Rounded Rectangle 167"/>
        <dsp:cNvSpPr/>
      </dsp:nvSpPr>
      <dsp:spPr bwMode="white">
        <a:xfrm>
          <a:off x="395200" y="2392668"/>
          <a:ext cx="1580801" cy="62863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8575" tIns="19050" rIns="28575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/>
            <a:t>Lança MVP</a:t>
          </a:r>
          <a:endParaRPr lang="pt-PT"/>
        </a:p>
      </dsp:txBody>
      <dsp:txXfrm>
        <a:off x="395200" y="2392668"/>
        <a:ext cx="1580801" cy="628632"/>
      </dsp:txXfrm>
    </dsp:sp>
    <dsp:sp modelId="{BF6D9950-A9A6-4976-B210-BF45204737F0}">
      <dsp:nvSpPr>
        <dsp:cNvPr id="171" name="Rounded Rectangle 170"/>
        <dsp:cNvSpPr/>
      </dsp:nvSpPr>
      <dsp:spPr bwMode="white">
        <a:xfrm>
          <a:off x="2398358" y="1196171"/>
          <a:ext cx="1885105" cy="1554817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  <a:sym typeface="+mn-ea"/>
            </a:rPr>
            <a:t>MyFiis Beta	</a:t>
          </a:r>
          <a:endParaRPr lang="pt-PT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</a:rPr>
            <a:t>Modelo Free</a:t>
          </a:r>
          <a:endParaRPr lang="pt-PT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</a:rPr>
            <a:t>Atrai os primeiros usuários</a:t>
          </a:r>
          <a:endParaRPr lang="pt-PT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</a:rPr>
            <a:t>Capta Feedbacks</a:t>
          </a:r>
          <a:endParaRPr lang="pt-PT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altLang="en-US">
            <a:solidFill>
              <a:schemeClr val="dk1"/>
            </a:solidFill>
          </a:endParaRPr>
        </a:p>
      </dsp:txBody>
      <dsp:txXfrm>
        <a:off x="2398358" y="1196171"/>
        <a:ext cx="1885105" cy="1554817"/>
      </dsp:txXfrm>
    </dsp:sp>
    <dsp:sp modelId="{F0FD25A5-7F99-425D-9E6A-0295BEDA9C51}">
      <dsp:nvSpPr>
        <dsp:cNvPr id="173" name="Circular Arrow 172"/>
        <dsp:cNvSpPr/>
      </dsp:nvSpPr>
      <dsp:spPr bwMode="white">
        <a:xfrm>
          <a:off x="3365403" y="198759"/>
          <a:ext cx="2505347" cy="2505347"/>
        </a:xfrm>
        <a:prstGeom prst="circularArrow">
          <a:avLst>
            <a:gd name="adj1" fmla="val 5000"/>
            <a:gd name="adj2" fmla="val 360000"/>
            <a:gd name="adj3" fmla="val 19574617"/>
            <a:gd name="adj4" fmla="val 12685638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3365403" y="198759"/>
        <a:ext cx="2505347" cy="2505347"/>
      </dsp:txXfrm>
    </dsp:sp>
    <dsp:sp modelId="{CF92DD9F-3FDB-45CA-8A2B-ADB016908398}">
      <dsp:nvSpPr>
        <dsp:cNvPr id="172" name="Rounded Rectangle 171"/>
        <dsp:cNvSpPr/>
      </dsp:nvSpPr>
      <dsp:spPr bwMode="white">
        <a:xfrm>
          <a:off x="2817271" y="862996"/>
          <a:ext cx="1675649" cy="66635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8575" tIns="19050" rIns="28575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Atinge 500 usuários</a:t>
          </a:r>
          <a:endParaRPr lang="pt-PT" altLang="en-US"/>
        </a:p>
      </dsp:txBody>
      <dsp:txXfrm>
        <a:off x="2817271" y="862996"/>
        <a:ext cx="1675649" cy="666350"/>
      </dsp:txXfrm>
    </dsp:sp>
    <dsp:sp modelId="{D8259A38-B16D-45D6-AF7C-449E9AF5D33F}">
      <dsp:nvSpPr>
        <dsp:cNvPr id="175" name="Rounded Rectangle 174"/>
        <dsp:cNvSpPr/>
      </dsp:nvSpPr>
      <dsp:spPr bwMode="white">
        <a:xfrm>
          <a:off x="4915277" y="1240176"/>
          <a:ext cx="1778401" cy="1466809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</a:rPr>
            <a:t>Constitui Empresa</a:t>
          </a:r>
          <a:endParaRPr lang="pt-PT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</a:rPr>
            <a:t>Contrata Freelas (Dev e Mkt)</a:t>
          </a:r>
          <a:endParaRPr lang="pt-PT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</a:rPr>
            <a:t>Desenvolve Modelo Freemium, versão 2.0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altLang="en-US">
            <a:solidFill>
              <a:schemeClr val="dk1"/>
            </a:solidFill>
          </a:endParaRPr>
        </a:p>
      </dsp:txBody>
      <dsp:txXfrm>
        <a:off x="4915277" y="1240176"/>
        <a:ext cx="1778401" cy="1466809"/>
      </dsp:txXfrm>
    </dsp:sp>
    <dsp:sp modelId="{5ABE4A0A-E535-469F-B9C3-1AA518AA9E7C}">
      <dsp:nvSpPr>
        <dsp:cNvPr id="177" name="Shape 176"/>
        <dsp:cNvSpPr/>
      </dsp:nvSpPr>
      <dsp:spPr bwMode="white">
        <a:xfrm>
          <a:off x="5876501" y="1441054"/>
          <a:ext cx="2231324" cy="2231324"/>
        </a:xfrm>
        <a:prstGeom prst="leftCircularArrow">
          <a:avLst>
            <a:gd name="adj1" fmla="val 5000"/>
            <a:gd name="adj2" fmla="val -360000"/>
            <a:gd name="adj3" fmla="val 2259168"/>
            <a:gd name="adj4" fmla="val 9148147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5876501" y="1441054"/>
        <a:ext cx="2231324" cy="2231324"/>
      </dsp:txXfrm>
    </dsp:sp>
    <dsp:sp modelId="{B14CDE25-1EB6-46BA-8C37-39D72DE88AC0}">
      <dsp:nvSpPr>
        <dsp:cNvPr id="176" name="Rounded Rectangle 175"/>
        <dsp:cNvSpPr/>
      </dsp:nvSpPr>
      <dsp:spPr bwMode="white">
        <a:xfrm>
          <a:off x="5310477" y="2392668"/>
          <a:ext cx="1580801" cy="62863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8575" tIns="19050" rIns="28575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Lança </a:t>
          </a:r>
          <a:endParaRPr lang="pt-PT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MyFiis 2.0</a:t>
          </a:r>
          <a:endParaRPr lang="pt-PT" altLang="en-US"/>
        </a:p>
      </dsp:txBody>
      <dsp:txXfrm>
        <a:off x="5310477" y="2392668"/>
        <a:ext cx="1580801" cy="628632"/>
      </dsp:txXfrm>
    </dsp:sp>
    <dsp:sp modelId="{E92C59FA-91B7-4EDF-B110-246D394773FC}">
      <dsp:nvSpPr>
        <dsp:cNvPr id="179" name="Rounded Rectangle 178"/>
        <dsp:cNvSpPr/>
      </dsp:nvSpPr>
      <dsp:spPr bwMode="white">
        <a:xfrm>
          <a:off x="7313635" y="1196171"/>
          <a:ext cx="1885105" cy="1554817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>
              <a:solidFill>
                <a:schemeClr val="dk1"/>
              </a:solidFill>
            </a:rPr>
            <a:t>Converte os primeiros assinantes</a:t>
          </a:r>
          <a:endParaRPr lang="pt-PT">
            <a:solidFill>
              <a:schemeClr val="dk1"/>
            </a:solidFill>
          </a:endParaRPr>
        </a:p>
      </dsp:txBody>
      <dsp:txXfrm>
        <a:off x="7313635" y="1196171"/>
        <a:ext cx="1885105" cy="1554817"/>
      </dsp:txXfrm>
    </dsp:sp>
    <dsp:sp modelId="{68AC76B4-B602-490E-B672-8D381D8EEF91}">
      <dsp:nvSpPr>
        <dsp:cNvPr id="181" name="Circular Arrow 180"/>
        <dsp:cNvSpPr/>
      </dsp:nvSpPr>
      <dsp:spPr bwMode="white">
        <a:xfrm>
          <a:off x="8280680" y="198759"/>
          <a:ext cx="2505347" cy="2505347"/>
        </a:xfrm>
        <a:prstGeom prst="circularArrow">
          <a:avLst>
            <a:gd name="adj1" fmla="val 5000"/>
            <a:gd name="adj2" fmla="val 360000"/>
            <a:gd name="adj3" fmla="val 19574617"/>
            <a:gd name="adj4" fmla="val 12685638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8280680" y="198759"/>
        <a:ext cx="2505347" cy="2505347"/>
      </dsp:txXfrm>
    </dsp:sp>
    <dsp:sp modelId="{F9EB39DC-373A-466F-9421-DFAAE2742D36}">
      <dsp:nvSpPr>
        <dsp:cNvPr id="180" name="Rounded Rectangle 179"/>
        <dsp:cNvSpPr/>
      </dsp:nvSpPr>
      <dsp:spPr bwMode="white">
        <a:xfrm>
          <a:off x="7732548" y="862996"/>
          <a:ext cx="1675649" cy="66635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8575" tIns="19050" rIns="28575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Atinge 50 assinantes</a:t>
          </a:r>
          <a:endParaRPr lang="pt-PT" altLang="en-US"/>
        </a:p>
      </dsp:txBody>
      <dsp:txXfrm>
        <a:off x="7732548" y="862996"/>
        <a:ext cx="1675649" cy="666350"/>
      </dsp:txXfrm>
    </dsp:sp>
    <dsp:sp modelId="{9F4E62C8-80D5-491A-AAB3-6ECC97A2D180}">
      <dsp:nvSpPr>
        <dsp:cNvPr id="183" name="Rounded Rectangle 182"/>
        <dsp:cNvSpPr/>
      </dsp:nvSpPr>
      <dsp:spPr bwMode="white">
        <a:xfrm>
          <a:off x="9830554" y="1240176"/>
          <a:ext cx="1778401" cy="1466809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>
              <a:solidFill>
                <a:schemeClr val="dk1"/>
              </a:solidFill>
            </a:rPr>
            <a:t>Contrata Dev fixo</a:t>
          </a: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>
              <a:solidFill>
                <a:schemeClr val="dk1"/>
              </a:solidFill>
              <a:sym typeface="+mn-ea"/>
            </a:rPr>
            <a:t>Contrata Mkt fixo</a:t>
          </a: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>
            <a:solidFill>
              <a:schemeClr val="dk1"/>
            </a:solidFill>
          </a:endParaRPr>
        </a:p>
      </dsp:txBody>
      <dsp:txXfrm>
        <a:off x="9830554" y="1240176"/>
        <a:ext cx="1778401" cy="1466809"/>
      </dsp:txXfrm>
    </dsp:sp>
    <dsp:sp modelId="{7B1C1B0A-186B-4968-AF23-12A6D2CFB47D}">
      <dsp:nvSpPr>
        <dsp:cNvPr id="184" name="Rounded Rectangle 183"/>
        <dsp:cNvSpPr/>
      </dsp:nvSpPr>
      <dsp:spPr bwMode="white">
        <a:xfrm>
          <a:off x="10225754" y="2392668"/>
          <a:ext cx="1580801" cy="62863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8575" tIns="19050" rIns="28575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Busca Ponto de Equilíbrio</a:t>
          </a:r>
          <a:endParaRPr lang="pt-PT" altLang="en-US"/>
        </a:p>
      </dsp:txBody>
      <dsp:txXfrm>
        <a:off x="10225754" y="2392668"/>
        <a:ext cx="1580801" cy="628632"/>
      </dsp:txXfrm>
    </dsp:sp>
    <dsp:sp modelId="{18E4CBBB-7A1C-428F-BB3C-37EB817BE458}">
      <dsp:nvSpPr>
        <dsp:cNvPr id="166" name="Rectangle 165" hidden="1"/>
        <dsp:cNvSpPr/>
      </dsp:nvSpPr>
      <dsp:spPr>
        <a:xfrm>
          <a:off x="0" y="925859"/>
          <a:ext cx="1976001" cy="2095441"/>
        </a:xfrm>
        <a:prstGeom prst="rect">
          <a:avLst/>
        </a:prstGeom>
      </dsp:spPr>
      <dsp:txXfrm>
        <a:off x="0" y="925859"/>
        <a:ext cx="1976001" cy="2095441"/>
      </dsp:txXfrm>
    </dsp:sp>
    <dsp:sp modelId="{52D9836F-D6D7-422B-8536-A5C35AC96D58}">
      <dsp:nvSpPr>
        <dsp:cNvPr id="170" name="Rectangle 169" hidden="1"/>
        <dsp:cNvSpPr/>
      </dsp:nvSpPr>
      <dsp:spPr>
        <a:xfrm>
          <a:off x="2398358" y="862996"/>
          <a:ext cx="2094561" cy="2221168"/>
        </a:xfrm>
        <a:prstGeom prst="rect">
          <a:avLst/>
        </a:prstGeom>
      </dsp:spPr>
      <dsp:txXfrm>
        <a:off x="2398358" y="862996"/>
        <a:ext cx="2094561" cy="2221168"/>
      </dsp:txXfrm>
    </dsp:sp>
    <dsp:sp modelId="{5E7E1609-9918-4470-9507-38BCA72D14FC}">
      <dsp:nvSpPr>
        <dsp:cNvPr id="174" name="Rectangle 173" hidden="1"/>
        <dsp:cNvSpPr/>
      </dsp:nvSpPr>
      <dsp:spPr>
        <a:xfrm>
          <a:off x="4915277" y="925859"/>
          <a:ext cx="1976001" cy="2095441"/>
        </a:xfrm>
        <a:prstGeom prst="rect">
          <a:avLst/>
        </a:prstGeom>
      </dsp:spPr>
      <dsp:txXfrm>
        <a:off x="4915277" y="925859"/>
        <a:ext cx="1976001" cy="2095441"/>
      </dsp:txXfrm>
    </dsp:sp>
    <dsp:sp modelId="{1DA528E7-DE4D-4AE1-92D3-620DEC1A3303}">
      <dsp:nvSpPr>
        <dsp:cNvPr id="178" name="Rectangle 177" hidden="1"/>
        <dsp:cNvSpPr/>
      </dsp:nvSpPr>
      <dsp:spPr>
        <a:xfrm>
          <a:off x="7313635" y="862996"/>
          <a:ext cx="2094561" cy="2221168"/>
        </a:xfrm>
        <a:prstGeom prst="rect">
          <a:avLst/>
        </a:prstGeom>
      </dsp:spPr>
      <dsp:txXfrm>
        <a:off x="7313635" y="862996"/>
        <a:ext cx="2094561" cy="2221168"/>
      </dsp:txXfrm>
    </dsp:sp>
    <dsp:sp modelId="{7797B79A-A706-4520-B501-1FDD89123C6C}">
      <dsp:nvSpPr>
        <dsp:cNvPr id="182" name="Rectangle 181" hidden="1"/>
        <dsp:cNvSpPr/>
      </dsp:nvSpPr>
      <dsp:spPr>
        <a:xfrm>
          <a:off x="9830554" y="925859"/>
          <a:ext cx="1976001" cy="2095441"/>
        </a:xfrm>
        <a:prstGeom prst="rect">
          <a:avLst/>
        </a:prstGeom>
      </dsp:spPr>
      <dsp:txXfrm>
        <a:off x="9830554" y="925859"/>
        <a:ext cx="1976001" cy="20954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806555" cy="3947160"/>
        <a:chOff x="0" y="0"/>
        <a:chExt cx="11806555" cy="3947160"/>
      </a:xfrm>
    </dsp:grpSpPr>
    <dsp:sp modelId="{11517EE1-3CBA-45FE-93D3-A5B0C4B4F908}">
      <dsp:nvSpPr>
        <dsp:cNvPr id="167" name="Rounded Rectangle 166"/>
        <dsp:cNvSpPr/>
      </dsp:nvSpPr>
      <dsp:spPr bwMode="white">
        <a:xfrm>
          <a:off x="0" y="1240176"/>
          <a:ext cx="1778401" cy="1466809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altLang="en-US">
              <a:solidFill>
                <a:schemeClr val="dk1"/>
              </a:solidFill>
            </a:rPr>
            <a:t>F</a:t>
          </a:r>
          <a:r>
            <a:rPr lang="pt-PT">
              <a:solidFill>
                <a:schemeClr val="dk1"/>
              </a:solidFill>
            </a:rPr>
            <a:t>inaliza ajustes Android</a:t>
          </a: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>
              <a:solidFill>
                <a:schemeClr val="dk1"/>
              </a:solidFill>
            </a:rPr>
            <a:t>Atualiza Versão Android</a:t>
          </a: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>
              <a:solidFill>
                <a:schemeClr val="dk1"/>
              </a:solidFill>
            </a:rPr>
            <a:t>Finaliza versão IOS</a:t>
          </a: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>
              <a:solidFill>
                <a:schemeClr val="dk1"/>
              </a:solidFill>
            </a:rPr>
            <a:t>Ajusta versão IOS</a:t>
          </a:r>
          <a:endParaRPr lang="pt-PT">
            <a:solidFill>
              <a:schemeClr val="dk1"/>
            </a:solidFill>
          </a:endParaRPr>
        </a:p>
      </dsp:txBody>
      <dsp:txXfrm>
        <a:off x="0" y="1240176"/>
        <a:ext cx="1778401" cy="1466809"/>
      </dsp:txXfrm>
    </dsp:sp>
    <dsp:sp modelId="{A15AFDA8-7C4E-4B9F-9A88-E0DA3492DCCE}">
      <dsp:nvSpPr>
        <dsp:cNvPr id="169" name="Shape 168"/>
        <dsp:cNvSpPr/>
      </dsp:nvSpPr>
      <dsp:spPr bwMode="white">
        <a:xfrm>
          <a:off x="961224" y="1441054"/>
          <a:ext cx="2231324" cy="2231324"/>
        </a:xfrm>
        <a:prstGeom prst="leftCircularArrow">
          <a:avLst>
            <a:gd name="adj1" fmla="val 5000"/>
            <a:gd name="adj2" fmla="val -360000"/>
            <a:gd name="adj3" fmla="val 2259168"/>
            <a:gd name="adj4" fmla="val 9148147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61224" y="1441054"/>
        <a:ext cx="2231324" cy="2231324"/>
      </dsp:txXfrm>
    </dsp:sp>
    <dsp:sp modelId="{3CAA4707-C074-4C95-8350-2B38F7CFAFBB}">
      <dsp:nvSpPr>
        <dsp:cNvPr id="168" name="Rounded Rectangle 167"/>
        <dsp:cNvSpPr/>
      </dsp:nvSpPr>
      <dsp:spPr bwMode="white">
        <a:xfrm>
          <a:off x="395200" y="2392668"/>
          <a:ext cx="1580801" cy="62863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8575" tIns="19050" rIns="28575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/>
            <a:t>Lança MVP</a:t>
          </a:r>
          <a:endParaRPr lang="pt-PT"/>
        </a:p>
      </dsp:txBody>
      <dsp:txXfrm>
        <a:off x="395200" y="2392668"/>
        <a:ext cx="1580801" cy="628632"/>
      </dsp:txXfrm>
    </dsp:sp>
    <dsp:sp modelId="{BF6D9950-A9A6-4976-B210-BF45204737F0}">
      <dsp:nvSpPr>
        <dsp:cNvPr id="171" name="Rounded Rectangle 170"/>
        <dsp:cNvSpPr/>
      </dsp:nvSpPr>
      <dsp:spPr bwMode="white">
        <a:xfrm>
          <a:off x="2398358" y="1196171"/>
          <a:ext cx="1885105" cy="1554817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  <a:sym typeface="+mn-ea"/>
            </a:rPr>
            <a:t>MyFiis Beta	</a:t>
          </a:r>
          <a:endParaRPr lang="pt-PT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</a:rPr>
            <a:t>Modelo Free</a:t>
          </a:r>
          <a:endParaRPr lang="pt-PT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</a:rPr>
            <a:t>Atrai os primeiros usuários</a:t>
          </a:r>
          <a:endParaRPr lang="pt-PT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</a:rPr>
            <a:t>Capta Feedbacks</a:t>
          </a:r>
          <a:endParaRPr lang="pt-PT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altLang="en-US">
            <a:solidFill>
              <a:schemeClr val="dk1"/>
            </a:solidFill>
          </a:endParaRPr>
        </a:p>
      </dsp:txBody>
      <dsp:txXfrm>
        <a:off x="2398358" y="1196171"/>
        <a:ext cx="1885105" cy="1554817"/>
      </dsp:txXfrm>
    </dsp:sp>
    <dsp:sp modelId="{F0FD25A5-7F99-425D-9E6A-0295BEDA9C51}">
      <dsp:nvSpPr>
        <dsp:cNvPr id="173" name="Circular Arrow 172"/>
        <dsp:cNvSpPr/>
      </dsp:nvSpPr>
      <dsp:spPr bwMode="white">
        <a:xfrm>
          <a:off x="3365403" y="198759"/>
          <a:ext cx="2505347" cy="2505347"/>
        </a:xfrm>
        <a:prstGeom prst="circularArrow">
          <a:avLst>
            <a:gd name="adj1" fmla="val 5000"/>
            <a:gd name="adj2" fmla="val 360000"/>
            <a:gd name="adj3" fmla="val 19574617"/>
            <a:gd name="adj4" fmla="val 12685638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3365403" y="198759"/>
        <a:ext cx="2505347" cy="2505347"/>
      </dsp:txXfrm>
    </dsp:sp>
    <dsp:sp modelId="{CF92DD9F-3FDB-45CA-8A2B-ADB016908398}">
      <dsp:nvSpPr>
        <dsp:cNvPr id="172" name="Rounded Rectangle 171"/>
        <dsp:cNvSpPr/>
      </dsp:nvSpPr>
      <dsp:spPr bwMode="white">
        <a:xfrm>
          <a:off x="2817271" y="862996"/>
          <a:ext cx="1675649" cy="66635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8575" tIns="19050" rIns="28575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Atinge 500 usuários</a:t>
          </a:r>
          <a:endParaRPr lang="pt-PT" altLang="en-US"/>
        </a:p>
      </dsp:txBody>
      <dsp:txXfrm>
        <a:off x="2817271" y="862996"/>
        <a:ext cx="1675649" cy="666350"/>
      </dsp:txXfrm>
    </dsp:sp>
    <dsp:sp modelId="{D8259A38-B16D-45D6-AF7C-449E9AF5D33F}">
      <dsp:nvSpPr>
        <dsp:cNvPr id="175" name="Rounded Rectangle 174"/>
        <dsp:cNvSpPr/>
      </dsp:nvSpPr>
      <dsp:spPr bwMode="white">
        <a:xfrm>
          <a:off x="4915277" y="1240176"/>
          <a:ext cx="1778401" cy="1466809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</a:rPr>
            <a:t>Constitui Empresa</a:t>
          </a:r>
          <a:endParaRPr lang="pt-PT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</a:rPr>
            <a:t>Contrata Freelas (Dev e Mkt)</a:t>
          </a:r>
          <a:endParaRPr lang="pt-PT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altLang="en-US">
              <a:solidFill>
                <a:schemeClr val="dk1"/>
              </a:solidFill>
            </a:rPr>
            <a:t>Desenvolve Modelo Freemium, versão 2.0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altLang="en-US">
            <a:solidFill>
              <a:schemeClr val="dk1"/>
            </a:solidFill>
          </a:endParaRPr>
        </a:p>
      </dsp:txBody>
      <dsp:txXfrm>
        <a:off x="4915277" y="1240176"/>
        <a:ext cx="1778401" cy="1466809"/>
      </dsp:txXfrm>
    </dsp:sp>
    <dsp:sp modelId="{5ABE4A0A-E535-469F-B9C3-1AA518AA9E7C}">
      <dsp:nvSpPr>
        <dsp:cNvPr id="177" name="Shape 176"/>
        <dsp:cNvSpPr/>
      </dsp:nvSpPr>
      <dsp:spPr bwMode="white">
        <a:xfrm>
          <a:off x="5876501" y="1441054"/>
          <a:ext cx="2231324" cy="2231324"/>
        </a:xfrm>
        <a:prstGeom prst="leftCircularArrow">
          <a:avLst>
            <a:gd name="adj1" fmla="val 5000"/>
            <a:gd name="adj2" fmla="val -360000"/>
            <a:gd name="adj3" fmla="val 2259168"/>
            <a:gd name="adj4" fmla="val 9148147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5876501" y="1441054"/>
        <a:ext cx="2231324" cy="2231324"/>
      </dsp:txXfrm>
    </dsp:sp>
    <dsp:sp modelId="{B14CDE25-1EB6-46BA-8C37-39D72DE88AC0}">
      <dsp:nvSpPr>
        <dsp:cNvPr id="176" name="Rounded Rectangle 175"/>
        <dsp:cNvSpPr/>
      </dsp:nvSpPr>
      <dsp:spPr bwMode="white">
        <a:xfrm>
          <a:off x="5310477" y="2392668"/>
          <a:ext cx="1580801" cy="62863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8575" tIns="19050" rIns="28575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Lança </a:t>
          </a:r>
          <a:endParaRPr lang="pt-PT" alt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MyFiis 2.0</a:t>
          </a:r>
          <a:endParaRPr lang="pt-PT" altLang="en-US"/>
        </a:p>
      </dsp:txBody>
      <dsp:txXfrm>
        <a:off x="5310477" y="2392668"/>
        <a:ext cx="1580801" cy="628632"/>
      </dsp:txXfrm>
    </dsp:sp>
    <dsp:sp modelId="{E92C59FA-91B7-4EDF-B110-246D394773FC}">
      <dsp:nvSpPr>
        <dsp:cNvPr id="179" name="Rounded Rectangle 178"/>
        <dsp:cNvSpPr/>
      </dsp:nvSpPr>
      <dsp:spPr bwMode="white">
        <a:xfrm>
          <a:off x="7313635" y="1196171"/>
          <a:ext cx="1885105" cy="1554817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>
              <a:solidFill>
                <a:schemeClr val="dk1"/>
              </a:solidFill>
            </a:rPr>
            <a:t>Converte os primeiros assinantes</a:t>
          </a:r>
          <a:endParaRPr lang="pt-PT">
            <a:solidFill>
              <a:schemeClr val="dk1"/>
            </a:solidFill>
          </a:endParaRPr>
        </a:p>
      </dsp:txBody>
      <dsp:txXfrm>
        <a:off x="7313635" y="1196171"/>
        <a:ext cx="1885105" cy="1554817"/>
      </dsp:txXfrm>
    </dsp:sp>
    <dsp:sp modelId="{68AC76B4-B602-490E-B672-8D381D8EEF91}">
      <dsp:nvSpPr>
        <dsp:cNvPr id="181" name="Circular Arrow 180"/>
        <dsp:cNvSpPr/>
      </dsp:nvSpPr>
      <dsp:spPr bwMode="white">
        <a:xfrm>
          <a:off x="8280680" y="198759"/>
          <a:ext cx="2505347" cy="2505347"/>
        </a:xfrm>
        <a:prstGeom prst="circularArrow">
          <a:avLst>
            <a:gd name="adj1" fmla="val 5000"/>
            <a:gd name="adj2" fmla="val 360000"/>
            <a:gd name="adj3" fmla="val 19574617"/>
            <a:gd name="adj4" fmla="val 12685638"/>
            <a:gd name="adj5" fmla="val 55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8280680" y="198759"/>
        <a:ext cx="2505347" cy="2505347"/>
      </dsp:txXfrm>
    </dsp:sp>
    <dsp:sp modelId="{F9EB39DC-373A-466F-9421-DFAAE2742D36}">
      <dsp:nvSpPr>
        <dsp:cNvPr id="180" name="Rounded Rectangle 179"/>
        <dsp:cNvSpPr/>
      </dsp:nvSpPr>
      <dsp:spPr bwMode="white">
        <a:xfrm>
          <a:off x="7732548" y="862996"/>
          <a:ext cx="1675649" cy="66635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8575" tIns="19050" rIns="28575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Atinge 50 assinantes</a:t>
          </a:r>
          <a:endParaRPr lang="pt-PT" altLang="en-US"/>
        </a:p>
      </dsp:txBody>
      <dsp:txXfrm>
        <a:off x="7732548" y="862996"/>
        <a:ext cx="1675649" cy="666350"/>
      </dsp:txXfrm>
    </dsp:sp>
    <dsp:sp modelId="{9F4E62C8-80D5-491A-AAB3-6ECC97A2D180}">
      <dsp:nvSpPr>
        <dsp:cNvPr id="183" name="Rounded Rectangle 182"/>
        <dsp:cNvSpPr/>
      </dsp:nvSpPr>
      <dsp:spPr bwMode="white">
        <a:xfrm>
          <a:off x="9830554" y="1240176"/>
          <a:ext cx="1778401" cy="1466809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t"/>
        <a:lstStyle>
          <a:lvl1pPr algn="l">
            <a:defRPr sz="10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>
              <a:solidFill>
                <a:schemeClr val="dk1"/>
              </a:solidFill>
            </a:rPr>
            <a:t>Contrata Dev fixo</a:t>
          </a: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>
              <a:solidFill>
                <a:schemeClr val="dk1"/>
              </a:solidFill>
              <a:sym typeface="+mn-ea"/>
            </a:rPr>
            <a:t>Contrata Mkt fixo</a:t>
          </a: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>
            <a:solidFill>
              <a:schemeClr val="dk1"/>
            </a:solidFill>
          </a:endParaRPr>
        </a:p>
      </dsp:txBody>
      <dsp:txXfrm>
        <a:off x="9830554" y="1240176"/>
        <a:ext cx="1778401" cy="1466809"/>
      </dsp:txXfrm>
    </dsp:sp>
    <dsp:sp modelId="{7B1C1B0A-186B-4968-AF23-12A6D2CFB47D}">
      <dsp:nvSpPr>
        <dsp:cNvPr id="184" name="Rounded Rectangle 183"/>
        <dsp:cNvSpPr/>
      </dsp:nvSpPr>
      <dsp:spPr bwMode="white">
        <a:xfrm>
          <a:off x="10225754" y="2392668"/>
          <a:ext cx="1580801" cy="62863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8575" tIns="19050" rIns="28575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pt-PT" altLang="en-US"/>
            <a:t>Busca Ponto de Equilíbrio</a:t>
          </a:r>
          <a:endParaRPr lang="pt-PT" altLang="en-US"/>
        </a:p>
      </dsp:txBody>
      <dsp:txXfrm>
        <a:off x="10225754" y="2392668"/>
        <a:ext cx="1580801" cy="628632"/>
      </dsp:txXfrm>
    </dsp:sp>
    <dsp:sp modelId="{18E4CBBB-7A1C-428F-BB3C-37EB817BE458}">
      <dsp:nvSpPr>
        <dsp:cNvPr id="166" name="Rectangle 165" hidden="1"/>
        <dsp:cNvSpPr/>
      </dsp:nvSpPr>
      <dsp:spPr>
        <a:xfrm>
          <a:off x="0" y="925859"/>
          <a:ext cx="1976001" cy="2095441"/>
        </a:xfrm>
        <a:prstGeom prst="rect">
          <a:avLst/>
        </a:prstGeom>
      </dsp:spPr>
      <dsp:txXfrm>
        <a:off x="0" y="925859"/>
        <a:ext cx="1976001" cy="2095441"/>
      </dsp:txXfrm>
    </dsp:sp>
    <dsp:sp modelId="{52D9836F-D6D7-422B-8536-A5C35AC96D58}">
      <dsp:nvSpPr>
        <dsp:cNvPr id="170" name="Rectangle 169" hidden="1"/>
        <dsp:cNvSpPr/>
      </dsp:nvSpPr>
      <dsp:spPr>
        <a:xfrm>
          <a:off x="2398358" y="862996"/>
          <a:ext cx="2094561" cy="2221168"/>
        </a:xfrm>
        <a:prstGeom prst="rect">
          <a:avLst/>
        </a:prstGeom>
      </dsp:spPr>
      <dsp:txXfrm>
        <a:off x="2398358" y="862996"/>
        <a:ext cx="2094561" cy="2221168"/>
      </dsp:txXfrm>
    </dsp:sp>
    <dsp:sp modelId="{5E7E1609-9918-4470-9507-38BCA72D14FC}">
      <dsp:nvSpPr>
        <dsp:cNvPr id="174" name="Rectangle 173" hidden="1"/>
        <dsp:cNvSpPr/>
      </dsp:nvSpPr>
      <dsp:spPr>
        <a:xfrm>
          <a:off x="4915277" y="925859"/>
          <a:ext cx="1976001" cy="2095441"/>
        </a:xfrm>
        <a:prstGeom prst="rect">
          <a:avLst/>
        </a:prstGeom>
      </dsp:spPr>
      <dsp:txXfrm>
        <a:off x="4915277" y="925859"/>
        <a:ext cx="1976001" cy="2095441"/>
      </dsp:txXfrm>
    </dsp:sp>
    <dsp:sp modelId="{1DA528E7-DE4D-4AE1-92D3-620DEC1A3303}">
      <dsp:nvSpPr>
        <dsp:cNvPr id="178" name="Rectangle 177" hidden="1"/>
        <dsp:cNvSpPr/>
      </dsp:nvSpPr>
      <dsp:spPr>
        <a:xfrm>
          <a:off x="7313635" y="862996"/>
          <a:ext cx="2094561" cy="2221168"/>
        </a:xfrm>
        <a:prstGeom prst="rect">
          <a:avLst/>
        </a:prstGeom>
      </dsp:spPr>
      <dsp:txXfrm>
        <a:off x="7313635" y="862996"/>
        <a:ext cx="2094561" cy="2221168"/>
      </dsp:txXfrm>
    </dsp:sp>
    <dsp:sp modelId="{7797B79A-A706-4520-B501-1FDD89123C6C}">
      <dsp:nvSpPr>
        <dsp:cNvPr id="182" name="Rectangle 181" hidden="1"/>
        <dsp:cNvSpPr/>
      </dsp:nvSpPr>
      <dsp:spPr>
        <a:xfrm>
          <a:off x="9830554" y="925859"/>
          <a:ext cx="1976001" cy="2095441"/>
        </a:xfrm>
        <a:prstGeom prst="rect">
          <a:avLst/>
        </a:prstGeom>
      </dsp:spPr>
      <dsp:txXfrm>
        <a:off x="9830554" y="925859"/>
        <a:ext cx="1976001" cy="20954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srcNode" val="parentNode1"/>
              <dgm:param type="dstNode" val="connSite2"/>
              <dgm:param type="connRout" val="curve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srcNode" val="parentNode2"/>
                <dgm:param type="dstNode" val="connSite1"/>
                <dgm:param type="connRout" val="curve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srcNode" val="parentNode1"/>
              <dgm:param type="dstNode" val="connSite2"/>
              <dgm:param type="connRout" val="curve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srcNode" val="parentNode2"/>
                <dgm:param type="dstNode" val="connSite1"/>
                <dgm:param type="connRout" val="curve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package" Target="../embeddings/Workbook1.xlsx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pt-PT" altLang="en-US">
                <a:solidFill>
                  <a:schemeClr val="bg1"/>
                </a:solidFill>
              </a:rPr>
              <a:t>MyFiis</a:t>
            </a:r>
            <a:endParaRPr lang="pt-PT" altLang="en-US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14738"/>
            <a:ext cx="9144000" cy="1655762"/>
          </a:xfrm>
        </p:spPr>
        <p:txBody>
          <a:bodyPr/>
          <a:p>
            <a:r>
              <a:rPr lang="pt-PT" altLang="en-US">
                <a:solidFill>
                  <a:schemeClr val="bg1"/>
                </a:solidFill>
              </a:rPr>
              <a:t>Aplicativo para gestão de fundos imobiliários</a:t>
            </a:r>
            <a:endParaRPr lang="pt-PT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3" name="Text Box 42"/>
          <p:cNvSpPr txBox="1"/>
          <p:nvPr/>
        </p:nvSpPr>
        <p:spPr>
          <a:xfrm>
            <a:off x="5889625" y="5635625"/>
            <a:ext cx="2540000" cy="7372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en-US" sz="1400"/>
              <a:t>Assinatura mensal por funcionalidades, modelo Freemium</a:t>
            </a:r>
            <a:endParaRPr lang="en-US" sz="1400"/>
          </a:p>
        </p:txBody>
      </p:sp>
      <p:grpSp>
        <p:nvGrpSpPr>
          <p:cNvPr id="337" name="Group 336"/>
          <p:cNvGrpSpPr/>
          <p:nvPr/>
        </p:nvGrpSpPr>
        <p:grpSpPr>
          <a:xfrm>
            <a:off x="1066165" y="856615"/>
            <a:ext cx="10058400" cy="5956935"/>
            <a:chOff x="1244" y="1269"/>
            <a:chExt cx="15840" cy="9381"/>
          </a:xfrm>
        </p:grpSpPr>
        <p:grpSp>
          <p:nvGrpSpPr>
            <p:cNvPr id="309" name="Group 308"/>
            <p:cNvGrpSpPr/>
            <p:nvPr/>
          </p:nvGrpSpPr>
          <p:grpSpPr>
            <a:xfrm>
              <a:off x="1244" y="1269"/>
              <a:ext cx="15840" cy="9381"/>
              <a:chOff x="3532" y="1455"/>
              <a:chExt cx="15840" cy="9381"/>
            </a:xfrm>
          </p:grpSpPr>
          <p:pic>
            <p:nvPicPr>
              <p:cNvPr id="310" name="Picture 309" descr="CANVAS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532" y="1455"/>
                <a:ext cx="15840" cy="9381"/>
              </a:xfrm>
              <a:prstGeom prst="rect">
                <a:avLst/>
              </a:prstGeom>
              <a:effectLst>
                <a:softEdge rad="63500"/>
              </a:effectLst>
            </p:spPr>
          </p:pic>
          <p:sp>
            <p:nvSpPr>
              <p:cNvPr id="311" name="Text Box 310"/>
              <p:cNvSpPr txBox="1"/>
              <p:nvPr/>
            </p:nvSpPr>
            <p:spPr>
              <a:xfrm>
                <a:off x="10057" y="2585"/>
                <a:ext cx="2793" cy="150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p>
                <a:r>
                  <a:rPr lang="en-US" sz="1400"/>
                  <a:t>Simplificar e centralizar </a:t>
                </a:r>
                <a:endParaRPr lang="en-US" sz="1400"/>
              </a:p>
              <a:p>
                <a:r>
                  <a:rPr lang="en-US" sz="1400"/>
                  <a:t>as informações da carteira</a:t>
                </a:r>
                <a:endParaRPr lang="en-US" sz="1400"/>
              </a:p>
            </p:txBody>
          </p:sp>
          <p:sp>
            <p:nvSpPr>
              <p:cNvPr id="312" name="Text Box 311"/>
              <p:cNvSpPr txBox="1"/>
              <p:nvPr/>
            </p:nvSpPr>
            <p:spPr>
              <a:xfrm>
                <a:off x="10056" y="4440"/>
                <a:ext cx="2793" cy="11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p>
                <a:r>
                  <a:rPr lang="en-US" sz="1400"/>
                  <a:t>Facilitar a </a:t>
                </a:r>
                <a:endParaRPr lang="en-US" sz="1400"/>
              </a:p>
              <a:p>
                <a:r>
                  <a:rPr lang="en-US" sz="1400"/>
                  <a:t>escolha das aplicações</a:t>
                </a:r>
                <a:endParaRPr lang="en-US" sz="1400"/>
              </a:p>
            </p:txBody>
          </p:sp>
          <p:sp>
            <p:nvSpPr>
              <p:cNvPr id="315" name="Text Box 314"/>
              <p:cNvSpPr txBox="1"/>
              <p:nvPr/>
            </p:nvSpPr>
            <p:spPr>
              <a:xfrm>
                <a:off x="10059" y="2585"/>
                <a:ext cx="2793" cy="150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p>
                <a:r>
                  <a:rPr lang="en-US" sz="1400"/>
                  <a:t>Simplificar e centralizar </a:t>
                </a:r>
                <a:endParaRPr lang="en-US" sz="1400"/>
              </a:p>
              <a:p>
                <a:r>
                  <a:rPr lang="en-US" sz="1400"/>
                  <a:t>as informações da carteira</a:t>
                </a:r>
                <a:endParaRPr lang="en-US" sz="1400"/>
              </a:p>
            </p:txBody>
          </p:sp>
          <p:sp>
            <p:nvSpPr>
              <p:cNvPr id="316" name="Text Box 315"/>
              <p:cNvSpPr txBox="1"/>
              <p:nvPr/>
            </p:nvSpPr>
            <p:spPr>
              <a:xfrm>
                <a:off x="10058" y="4440"/>
                <a:ext cx="2793" cy="150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p>
                <a:r>
                  <a:rPr lang="en-US" sz="1400"/>
                  <a:t>Facilitar </a:t>
                </a:r>
                <a:r>
                  <a:rPr lang="pt-PT" altLang="en-US" sz="1400"/>
                  <a:t>e aprimorar a</a:t>
                </a:r>
                <a:r>
                  <a:rPr lang="en-US" sz="1400"/>
                  <a:t> </a:t>
                </a:r>
                <a:endParaRPr lang="en-US" sz="1400"/>
              </a:p>
              <a:p>
                <a:r>
                  <a:rPr lang="pt-PT" altLang="en-US" sz="1400"/>
                  <a:t>decisão de investimento</a:t>
                </a:r>
                <a:endParaRPr lang="pt-PT" altLang="en-US" sz="1400"/>
              </a:p>
            </p:txBody>
          </p:sp>
          <p:sp>
            <p:nvSpPr>
              <p:cNvPr id="317" name="Text Box 316"/>
              <p:cNvSpPr txBox="1"/>
              <p:nvPr/>
            </p:nvSpPr>
            <p:spPr>
              <a:xfrm>
                <a:off x="10058" y="6307"/>
                <a:ext cx="2793" cy="150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p>
                <a:r>
                  <a:rPr lang="en-US" sz="1400"/>
                  <a:t>Gerenciar investimentos em fundos imobilários</a:t>
                </a:r>
                <a:endParaRPr lang="en-US" sz="1400"/>
              </a:p>
            </p:txBody>
          </p:sp>
        </p:grpSp>
        <p:sp>
          <p:nvSpPr>
            <p:cNvPr id="318" name="Text Box 317"/>
            <p:cNvSpPr txBox="1"/>
            <p:nvPr/>
          </p:nvSpPr>
          <p:spPr>
            <a:xfrm>
              <a:off x="13995" y="2399"/>
              <a:ext cx="2698" cy="217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Investidores PF em fundos imobiliários, que visam renda passiva, </a:t>
              </a:r>
              <a:r>
                <a:rPr lang="pt-PT" altLang="en-US" sz="1400"/>
                <a:t>não especuladores</a:t>
              </a:r>
              <a:endParaRPr lang="pt-PT" altLang="en-US" sz="1400"/>
            </a:p>
          </p:txBody>
        </p:sp>
        <p:sp>
          <p:nvSpPr>
            <p:cNvPr id="319" name="Text Box 318"/>
            <p:cNvSpPr txBox="1"/>
            <p:nvPr/>
          </p:nvSpPr>
          <p:spPr>
            <a:xfrm>
              <a:off x="10851" y="2379"/>
              <a:ext cx="2793" cy="8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p>
              <a:r>
                <a:rPr lang="en-US" sz="1400"/>
                <a:t>Fale Conosco no app e site</a:t>
              </a:r>
              <a:endParaRPr lang="en-US" sz="1400"/>
            </a:p>
          </p:txBody>
        </p:sp>
        <p:sp>
          <p:nvSpPr>
            <p:cNvPr id="320" name="Text Box 319"/>
            <p:cNvSpPr txBox="1"/>
            <p:nvPr/>
          </p:nvSpPr>
          <p:spPr>
            <a:xfrm>
              <a:off x="10871" y="3419"/>
              <a:ext cx="2793" cy="48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p>
              <a:r>
                <a:rPr lang="en-US" sz="1400"/>
                <a:t>Email marketing</a:t>
              </a:r>
              <a:endParaRPr lang="en-US" sz="1400"/>
            </a:p>
          </p:txBody>
        </p:sp>
        <p:sp>
          <p:nvSpPr>
            <p:cNvPr id="321" name="Text Box 320"/>
            <p:cNvSpPr txBox="1"/>
            <p:nvPr/>
          </p:nvSpPr>
          <p:spPr>
            <a:xfrm>
              <a:off x="10871" y="5658"/>
              <a:ext cx="2793" cy="48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Redes sociais</a:t>
              </a:r>
              <a:endParaRPr lang="en-US" sz="1400"/>
            </a:p>
          </p:txBody>
        </p:sp>
        <p:sp>
          <p:nvSpPr>
            <p:cNvPr id="322" name="Text Box 321"/>
            <p:cNvSpPr txBox="1"/>
            <p:nvPr/>
          </p:nvSpPr>
          <p:spPr>
            <a:xfrm>
              <a:off x="10871" y="6241"/>
              <a:ext cx="2793" cy="8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pt-PT" altLang="en-US" sz="1400"/>
                <a:t>Redes sociais</a:t>
              </a:r>
              <a:r>
                <a:rPr lang="en-US" sz="1400"/>
                <a:t> </a:t>
              </a:r>
              <a:r>
                <a:rPr lang="pt-PT" altLang="en-US" sz="1400"/>
                <a:t>e sites </a:t>
              </a:r>
              <a:r>
                <a:rPr lang="en-US" sz="1400"/>
                <a:t>de parceiros</a:t>
              </a:r>
              <a:endParaRPr lang="en-US" sz="1400"/>
            </a:p>
          </p:txBody>
        </p:sp>
        <p:sp>
          <p:nvSpPr>
            <p:cNvPr id="323" name="Text Box 322"/>
            <p:cNvSpPr txBox="1"/>
            <p:nvPr/>
          </p:nvSpPr>
          <p:spPr>
            <a:xfrm>
              <a:off x="10891" y="7161"/>
              <a:ext cx="2793" cy="48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Site e App Stores</a:t>
              </a:r>
              <a:endParaRPr lang="en-US" sz="1400"/>
            </a:p>
          </p:txBody>
        </p:sp>
        <p:sp>
          <p:nvSpPr>
            <p:cNvPr id="324" name="Text Box 323"/>
            <p:cNvSpPr txBox="1"/>
            <p:nvPr/>
          </p:nvSpPr>
          <p:spPr>
            <a:xfrm>
              <a:off x="9295" y="8875"/>
              <a:ext cx="4000" cy="11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Assinatura mensal por funcionalidades, modelo Freemium</a:t>
              </a:r>
              <a:endParaRPr lang="en-US" sz="1400"/>
            </a:p>
          </p:txBody>
        </p:sp>
        <p:sp>
          <p:nvSpPr>
            <p:cNvPr id="325" name="Text Box 324"/>
            <p:cNvSpPr txBox="1"/>
            <p:nvPr/>
          </p:nvSpPr>
          <p:spPr>
            <a:xfrm>
              <a:off x="1559" y="8729"/>
              <a:ext cx="4000" cy="48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Divulgação e marketing</a:t>
              </a:r>
              <a:endParaRPr lang="en-US" sz="1400"/>
            </a:p>
          </p:txBody>
        </p:sp>
        <p:sp>
          <p:nvSpPr>
            <p:cNvPr id="326" name="Text Box 325"/>
            <p:cNvSpPr txBox="1"/>
            <p:nvPr/>
          </p:nvSpPr>
          <p:spPr>
            <a:xfrm>
              <a:off x="1559" y="9349"/>
              <a:ext cx="4000" cy="48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Infraestrutura do app</a:t>
              </a:r>
              <a:endParaRPr lang="en-US" sz="1400"/>
            </a:p>
          </p:txBody>
        </p:sp>
        <p:sp>
          <p:nvSpPr>
            <p:cNvPr id="327" name="Text Box 326"/>
            <p:cNvSpPr txBox="1"/>
            <p:nvPr/>
          </p:nvSpPr>
          <p:spPr>
            <a:xfrm>
              <a:off x="1559" y="9949"/>
              <a:ext cx="4000" cy="48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Equipe</a:t>
              </a:r>
              <a:endParaRPr lang="en-US" sz="1400"/>
            </a:p>
          </p:txBody>
        </p:sp>
        <p:sp>
          <p:nvSpPr>
            <p:cNvPr id="328" name="Text Box 327"/>
            <p:cNvSpPr txBox="1"/>
            <p:nvPr/>
          </p:nvSpPr>
          <p:spPr>
            <a:xfrm>
              <a:off x="4620" y="2254"/>
              <a:ext cx="2800" cy="8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Gestão de parcerias</a:t>
              </a:r>
              <a:endParaRPr lang="en-US" sz="1400"/>
            </a:p>
          </p:txBody>
        </p:sp>
        <p:sp>
          <p:nvSpPr>
            <p:cNvPr id="329" name="Text Box 328"/>
            <p:cNvSpPr txBox="1"/>
            <p:nvPr/>
          </p:nvSpPr>
          <p:spPr>
            <a:xfrm>
              <a:off x="4620" y="3161"/>
              <a:ext cx="2800" cy="8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Manutenção e evolução do app</a:t>
              </a:r>
              <a:endParaRPr lang="en-US" sz="1400"/>
            </a:p>
          </p:txBody>
        </p:sp>
        <p:sp>
          <p:nvSpPr>
            <p:cNvPr id="330" name="Text Box 329"/>
            <p:cNvSpPr txBox="1"/>
            <p:nvPr/>
          </p:nvSpPr>
          <p:spPr>
            <a:xfrm>
              <a:off x="4620" y="4095"/>
              <a:ext cx="2800" cy="48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Marketing Digital</a:t>
              </a:r>
              <a:endParaRPr lang="en-US" sz="1400"/>
            </a:p>
          </p:txBody>
        </p:sp>
        <p:sp>
          <p:nvSpPr>
            <p:cNvPr id="331" name="Text Box 330"/>
            <p:cNvSpPr txBox="1"/>
            <p:nvPr/>
          </p:nvSpPr>
          <p:spPr>
            <a:xfrm>
              <a:off x="4640" y="5598"/>
              <a:ext cx="2800" cy="48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Mar</a:t>
              </a:r>
              <a:r>
                <a:rPr lang="pt-PT" altLang="en-US" sz="1400"/>
                <a:t>ca</a:t>
              </a:r>
              <a:endParaRPr lang="pt-PT" altLang="en-US" sz="1400"/>
            </a:p>
          </p:txBody>
        </p:sp>
        <p:sp>
          <p:nvSpPr>
            <p:cNvPr id="332" name="Text Box 331"/>
            <p:cNvSpPr txBox="1"/>
            <p:nvPr/>
          </p:nvSpPr>
          <p:spPr>
            <a:xfrm>
              <a:off x="4640" y="6190"/>
              <a:ext cx="2800" cy="48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sz="1400"/>
                <a:t>Equipe</a:t>
              </a:r>
              <a:endParaRPr sz="1400"/>
            </a:p>
          </p:txBody>
        </p:sp>
        <p:sp>
          <p:nvSpPr>
            <p:cNvPr id="333" name="Text Box 332"/>
            <p:cNvSpPr txBox="1"/>
            <p:nvPr/>
          </p:nvSpPr>
          <p:spPr>
            <a:xfrm>
              <a:off x="4640" y="6779"/>
              <a:ext cx="2800" cy="48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pt-PT" sz="1400"/>
                <a:t>Integração CEI</a:t>
              </a:r>
              <a:endParaRPr lang="pt-PT" sz="1400"/>
            </a:p>
          </p:txBody>
        </p:sp>
        <p:sp>
          <p:nvSpPr>
            <p:cNvPr id="334" name="Text Box 333"/>
            <p:cNvSpPr txBox="1"/>
            <p:nvPr/>
          </p:nvSpPr>
          <p:spPr>
            <a:xfrm>
              <a:off x="4640" y="7359"/>
              <a:ext cx="2800" cy="48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pt-PT" sz="1400"/>
                <a:t>App</a:t>
              </a:r>
              <a:endParaRPr lang="pt-PT" sz="1400"/>
            </a:p>
          </p:txBody>
        </p:sp>
        <p:sp>
          <p:nvSpPr>
            <p:cNvPr id="335" name="Text Box 334"/>
            <p:cNvSpPr txBox="1"/>
            <p:nvPr/>
          </p:nvSpPr>
          <p:spPr>
            <a:xfrm>
              <a:off x="1540" y="2274"/>
              <a:ext cx="2800" cy="11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Fundos de Investimento Imobiliario</a:t>
              </a:r>
              <a:endParaRPr lang="en-US" sz="1400"/>
            </a:p>
          </p:txBody>
        </p:sp>
        <p:sp>
          <p:nvSpPr>
            <p:cNvPr id="336" name="Text Box 335"/>
            <p:cNvSpPr txBox="1"/>
            <p:nvPr/>
          </p:nvSpPr>
          <p:spPr>
            <a:xfrm>
              <a:off x="1520" y="3854"/>
              <a:ext cx="2800" cy="11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r>
                <a:rPr lang="en-US" sz="1400"/>
                <a:t>Investidores "influencers digitais"</a:t>
              </a:r>
              <a:endParaRPr lang="en-US" sz="1400"/>
            </a:p>
          </p:txBody>
        </p:sp>
      </p:grp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BR" altLang="pt-PT">
                <a:solidFill>
                  <a:schemeClr val="bg1"/>
                </a:solidFill>
              </a:rPr>
              <a:t>MODELO DE NEGÓCIO</a:t>
            </a:r>
            <a:endParaRPr lang="pt-BR" altLang="pt-PT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" y="1259840"/>
            <a:ext cx="5055870" cy="440309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069340" y="5795010"/>
            <a:ext cx="3639185" cy="620395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pt-BR" altLang="pt-PT">
                <a:solidFill>
                  <a:schemeClr val="bg1"/>
                </a:solidFill>
              </a:rPr>
              <a:t>Antes: </a:t>
            </a:r>
            <a:r>
              <a:rPr lang="pt-PT" altLang="en-US">
                <a:solidFill>
                  <a:schemeClr val="bg1"/>
                </a:solidFill>
              </a:rPr>
              <a:t>818.840 investidores</a:t>
            </a:r>
            <a:endParaRPr lang="pt-PT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</p:txBody>
      </p:sp>
      <p:pic>
        <p:nvPicPr>
          <p:cNvPr id="15" name="Espaço Reservado para Conteúdo 14" descr="img_b3_page-0001"/>
          <p:cNvPicPr>
            <a:picLocks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6964045" y="429895"/>
            <a:ext cx="4293235" cy="607123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6" name="Content Placeholder 4"/>
          <p:cNvSpPr>
            <a:spLocks noGrp="1"/>
          </p:cNvSpPr>
          <p:nvPr/>
        </p:nvSpPr>
        <p:spPr>
          <a:xfrm>
            <a:off x="6948170" y="5795010"/>
            <a:ext cx="4113530" cy="620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altLang="pt-PT">
                <a:solidFill>
                  <a:schemeClr val="bg1"/>
                </a:solidFill>
              </a:rPr>
              <a:t>Depois: 1.062</a:t>
            </a:r>
            <a:r>
              <a:rPr lang="pt-PT" altLang="en-US">
                <a:solidFill>
                  <a:schemeClr val="bg1"/>
                </a:solidFill>
              </a:rPr>
              <a:t>.</a:t>
            </a:r>
            <a:r>
              <a:rPr lang="pt-BR" altLang="pt-PT">
                <a:solidFill>
                  <a:schemeClr val="bg1"/>
                </a:solidFill>
              </a:rPr>
              <a:t>000</a:t>
            </a:r>
            <a:r>
              <a:rPr lang="pt-PT" altLang="en-US">
                <a:solidFill>
                  <a:schemeClr val="bg1"/>
                </a:solidFill>
              </a:rPr>
              <a:t> investidores</a:t>
            </a:r>
            <a:endParaRPr lang="pt-PT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</p:txBody>
      </p:sp>
      <p:sp>
        <p:nvSpPr>
          <p:cNvPr id="17" name="Seta para a direita 16"/>
          <p:cNvSpPr/>
          <p:nvPr/>
        </p:nvSpPr>
        <p:spPr>
          <a:xfrm>
            <a:off x="5138420" y="3164840"/>
            <a:ext cx="936625" cy="290195"/>
          </a:xfrm>
          <a:prstGeom prst="rightArrow">
            <a:avLst>
              <a:gd name="adj1" fmla="val 41356"/>
              <a:gd name="adj2" fmla="val 50000"/>
            </a:avLst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BR" altLang="pt-PT">
                <a:solidFill>
                  <a:schemeClr val="bg1"/>
                </a:solidFill>
              </a:rPr>
              <a:t>MERCADO POTENCIAL</a:t>
            </a:r>
            <a:endParaRPr lang="pt-BR" altLang="pt-PT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551180" y="5584825"/>
            <a:ext cx="4760595" cy="740410"/>
          </a:xfrm>
        </p:spPr>
        <p:txBody>
          <a:bodyPr>
            <a:normAutofit fontScale="90000"/>
          </a:bodyPr>
          <a:p>
            <a:pPr marL="0" indent="0" algn="l">
              <a:buNone/>
            </a:pPr>
            <a:r>
              <a:rPr lang="pt-BR" altLang="pt-PT">
                <a:solidFill>
                  <a:schemeClr val="bg1"/>
                </a:solidFill>
              </a:rPr>
              <a:t>Antes: </a:t>
            </a:r>
            <a:r>
              <a:rPr lang="pt-PT" altLang="en-US">
                <a:solidFill>
                  <a:schemeClr val="bg1"/>
                </a:solidFill>
              </a:rPr>
              <a:t>606 mil investidores pessoa física</a:t>
            </a:r>
            <a:endParaRPr lang="pt-PT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5" y="1166495"/>
            <a:ext cx="5184140" cy="418846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" name="Espaço Reservado para Conteúdo 2"/>
          <p:cNvPicPr>
            <a:picLocks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685280" y="1217295"/>
            <a:ext cx="5452110" cy="4137660"/>
          </a:xfrm>
          <a:prstGeom prst="rect">
            <a:avLst/>
          </a:prstGeom>
        </p:spPr>
      </p:pic>
      <p:sp>
        <p:nvSpPr>
          <p:cNvPr id="4" name="Content Placeholder 4"/>
          <p:cNvSpPr>
            <a:spLocks noGrp="1"/>
          </p:cNvSpPr>
          <p:nvPr/>
        </p:nvSpPr>
        <p:spPr>
          <a:xfrm>
            <a:off x="6771640" y="5584825"/>
            <a:ext cx="4720590" cy="7404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pt-BR" altLang="pt-PT">
                <a:solidFill>
                  <a:schemeClr val="bg1"/>
                </a:solidFill>
              </a:rPr>
              <a:t>Depois: 785</a:t>
            </a:r>
            <a:r>
              <a:rPr lang="pt-PT" altLang="en-US">
                <a:solidFill>
                  <a:schemeClr val="bg1"/>
                </a:solidFill>
              </a:rPr>
              <a:t> mil investidores pessoa física</a:t>
            </a:r>
            <a:endParaRPr lang="pt-PT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  <a:p>
            <a:endParaRPr lang="pt-PT" altLang="en-US">
              <a:solidFill>
                <a:schemeClr val="bg1"/>
              </a:solidFill>
            </a:endParaRPr>
          </a:p>
        </p:txBody>
      </p:sp>
      <p:sp>
        <p:nvSpPr>
          <p:cNvPr id="17" name="Seta para a direita 16"/>
          <p:cNvSpPr/>
          <p:nvPr/>
        </p:nvSpPr>
        <p:spPr>
          <a:xfrm>
            <a:off x="5455920" y="3164840"/>
            <a:ext cx="936625" cy="290195"/>
          </a:xfrm>
          <a:prstGeom prst="rightArrow">
            <a:avLst>
              <a:gd name="adj1" fmla="val 41356"/>
              <a:gd name="adj2" fmla="val 50000"/>
            </a:avLst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BR" altLang="pt-PT">
                <a:solidFill>
                  <a:schemeClr val="bg1"/>
                </a:solidFill>
              </a:rPr>
              <a:t>MERCADO POTENCIAL</a:t>
            </a:r>
            <a:endParaRPr lang="pt-BR" altLang="pt-PT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7075" y="1190625"/>
            <a:ext cx="5657850" cy="457073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" name="Picture 2" descr="raiox_anbi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028700"/>
            <a:ext cx="10058400" cy="5654675"/>
          </a:xfrm>
          <a:prstGeom prst="rect">
            <a:avLst/>
          </a:prstGeom>
          <a:ln>
            <a:solidFill>
              <a:schemeClr val="accent1"/>
            </a:solidFill>
          </a:ln>
          <a:effectLst>
            <a:softEdge rad="127000"/>
          </a:effec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BR" altLang="pt-PT">
                <a:solidFill>
                  <a:schemeClr val="bg1"/>
                </a:solidFill>
              </a:rPr>
              <a:t>MERCADO POTENCIAL</a:t>
            </a:r>
            <a:endParaRPr lang="pt-BR" altLang="pt-PT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PT" altLang="en-US">
                <a:solidFill>
                  <a:schemeClr val="bg1"/>
                </a:solidFill>
              </a:rPr>
              <a:t>CONCORRENTES</a:t>
            </a:r>
            <a:endParaRPr lang="pt-PT" altLang="en-US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645" y="1201420"/>
          <a:ext cx="11522710" cy="496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605"/>
                <a:gridCol w="1525270"/>
                <a:gridCol w="1710690"/>
                <a:gridCol w="6748145"/>
              </a:tblGrid>
              <a:tr h="59817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Nome</a:t>
                      </a:r>
                      <a:endParaRPr lang="pt-PT" altLang="en-US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Concorrência</a:t>
                      </a:r>
                      <a:endParaRPr lang="pt-PT" altLang="en-US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Preço</a:t>
                      </a:r>
                      <a:endParaRPr lang="pt-PT" altLang="en-US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/>
                        <a:t>Observações</a:t>
                      </a:r>
                      <a:endParaRPr lang="pt-PT" altLang="en-US" sz="1400"/>
                    </a:p>
                  </a:txBody>
                  <a:tcPr>
                    <a:noFill/>
                  </a:tcPr>
                </a:tc>
              </a:tr>
              <a:tr h="1043305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Renda Fii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Direta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R$ 0 a R$ 9,90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Monetiza com anúncios; +50 mil downloads (Play Store); + mil reviews; funcionalidades: provento automatico; cotas; data base; preço na data base; PM; rentabilidade baseada no preço da data base; histórico de proventos. Funções limitadas/insuficientes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94488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Meus Fiis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Direta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R$ 0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MVP; + mil downloads; 71 reviews; funcionalidades: provento automatico; cotas; preço atual; lucro; historico de proventos; historico de aplicações (compra e venda); PM; ifix; ibov. Funções insuficientes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768350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Dividendos.Me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Direta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  <a:sym typeface="+mn-ea"/>
                        </a:rPr>
                        <a:t>R$ 0 a R$ 5,50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+ 10 mil downloads; + 400 reviews; funcionalidades: integração com CEI; graficos; PM; rentabilidade baseada no preço atual; cotas; carteiras. </a:t>
                      </a: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  <a:sym typeface="+mn-ea"/>
                        </a:rPr>
                        <a:t>Funções limitadas/insuficientes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  <a:tr h="598805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TradeMap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Indireta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  <a:sym typeface="+mn-ea"/>
                        </a:rPr>
                        <a:t>R$ 0 a R$ 150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+ 500 mil downloads; 28 mil reviews; </a:t>
                      </a: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  <a:sym typeface="+mn-ea"/>
                        </a:rPr>
                        <a:t>aplicações em geral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  <a:tr h="395605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Real Valor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Indireta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  <a:sym typeface="+mn-ea"/>
                        </a:rPr>
                        <a:t>R$ 0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  <a:sym typeface="+mn-ea"/>
                        </a:rPr>
                        <a:t>+ 100 mil downloads; + 9 mil reviews; aplicações em geral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  <a:tr h="614045"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Kinvo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Indireta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R$ 0 a R$ 14,90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PT" altLang="en-US" sz="1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+ 100 mil downloads; + 4 mil reviews; aplicações em geral</a:t>
                      </a:r>
                      <a:endParaRPr lang="pt-PT" altLang="en-US" sz="1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PT" altLang="en-US">
                <a:solidFill>
                  <a:schemeClr val="bg1"/>
                </a:solidFill>
              </a:rPr>
              <a:t>PRODUTO</a:t>
            </a:r>
            <a:endParaRPr lang="pt-PT" altLang="en-US">
              <a:solidFill>
                <a:schemeClr val="bg1"/>
              </a:solidFill>
            </a:endParaRPr>
          </a:p>
        </p:txBody>
      </p:sp>
      <p:pic>
        <p:nvPicPr>
          <p:cNvPr id="4" name="Content Placeholder 3" descr="myfii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17255" y="940435"/>
            <a:ext cx="3129915" cy="5565775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631825" y="1070610"/>
            <a:ext cx="7547610" cy="559244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App Android/IOS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Modelo Freemium e Cauda Longa (nicho de mercado)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Foco em simplicidade e usabilidade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Rentabilidade baseada em dividendos e preço médio 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Históricos de aplicações e dividendos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Filtros por data e por fundo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Ordenação por rentabilidade 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Rentabilidade total da carteira e individual dos fundos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Rendimento total da carteira e individual dos fundos 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Preço médio de cada fundo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Edição de aplicações e dividendos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  <a:sym typeface="+mn-ea"/>
              </a:rPr>
              <a:t>Informações dos fundos (dados</a:t>
            </a:r>
            <a:r>
              <a:rPr lang="pt-BR" altLang="pt-PT" sz="1715">
                <a:solidFill>
                  <a:schemeClr val="bg1"/>
                </a:solidFill>
                <a:sym typeface="+mn-ea"/>
              </a:rPr>
              <a:t>, </a:t>
            </a:r>
            <a:r>
              <a:rPr lang="pt-PT" altLang="en-US" sz="1715">
                <a:solidFill>
                  <a:schemeClr val="bg1"/>
                </a:solidFill>
                <a:sym typeface="+mn-ea"/>
              </a:rPr>
              <a:t>documentos</a:t>
            </a:r>
            <a:r>
              <a:rPr lang="pt-BR" altLang="pt-PT" sz="1715">
                <a:solidFill>
                  <a:schemeClr val="bg1"/>
                </a:solidFill>
                <a:sym typeface="+mn-ea"/>
              </a:rPr>
              <a:t>, conteúdo exclusivo</a:t>
            </a:r>
            <a:r>
              <a:rPr lang="pt-PT" altLang="en-US" sz="1715">
                <a:solidFill>
                  <a:schemeClr val="bg1"/>
                </a:solidFill>
                <a:sym typeface="+mn-ea"/>
              </a:rPr>
              <a:t>)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Importação via CEI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Notificações de recebimento de dividendos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altLang="pt-PT" sz="1715">
                <a:solidFill>
                  <a:schemeClr val="bg1"/>
                </a:solidFill>
              </a:rPr>
              <a:t>Avaliação dos fundos pelos próprios usuários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Gráficos </a:t>
            </a:r>
            <a:r>
              <a:rPr lang="pt-BR" altLang="pt-PT" sz="1715">
                <a:solidFill>
                  <a:schemeClr val="bg1"/>
                </a:solidFill>
              </a:rPr>
              <a:t>(dividendos por mês, composição da carteira, etc.)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715">
                <a:solidFill>
                  <a:schemeClr val="bg1"/>
                </a:solidFill>
              </a:rPr>
              <a:t>Acesso Web</a:t>
            </a: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715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715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715">
              <a:solidFill>
                <a:schemeClr val="bg1"/>
              </a:solidFill>
            </a:endParaRPr>
          </a:p>
          <a:p>
            <a:endParaRPr lang="pt-PT" altLang="en-US" sz="1715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PT" altLang="en-US">
                <a:solidFill>
                  <a:schemeClr val="bg1"/>
                </a:solidFill>
              </a:rPr>
              <a:t>PREÇO</a:t>
            </a:r>
            <a:endParaRPr lang="pt-PT" altLang="en-US">
              <a:solidFill>
                <a:schemeClr val="bg1"/>
              </a:solidFill>
            </a:endParaRPr>
          </a:p>
        </p:txBody>
      </p:sp>
      <p:pic>
        <p:nvPicPr>
          <p:cNvPr id="4" name="Content Placeholder 3" descr="myfii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17255" y="940435"/>
            <a:ext cx="3129915" cy="5565775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390525" y="1572260"/>
            <a:ext cx="4000500" cy="48304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buNone/>
            </a:pPr>
            <a:r>
              <a:rPr lang="pt-PT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Plano Grátis: </a:t>
            </a:r>
            <a:endParaRPr lang="pt-PT" altLang="en-US" sz="1400">
              <a:solidFill>
                <a:schemeClr val="bg1"/>
              </a:solidFill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Rentabilidade baseada em dividendos e preço médio </a:t>
            </a:r>
            <a:endParaRPr lang="pt-PT" altLang="en-US" sz="1400">
              <a:solidFill>
                <a:schemeClr val="bg1"/>
              </a:solidFill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Importação via CEI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Históricos de aplicações e dividendos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Filtros por data e por fundo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Ordenação por rentabilidade 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Rentabilidade total da carteira e individual dos fundos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Rendimento total da carteira e individual dos fundos 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Preço médio de cada fundo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Edição de aplicações e dividendos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Informações dos fundos (nome  e segmento)</a:t>
            </a:r>
            <a:endParaRPr lang="pt-PT" altLang="en-US" sz="1400">
              <a:solidFill>
                <a:schemeClr val="bg1"/>
              </a:solidFill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400" b="1">
              <a:solidFill>
                <a:schemeClr val="bg1"/>
              </a:solidFill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400">
              <a:solidFill>
                <a:schemeClr val="bg1"/>
              </a:solidFill>
              <a:sym typeface="+mn-ea"/>
            </a:endParaRPr>
          </a:p>
          <a:p>
            <a:pPr>
              <a:lnSpc>
                <a:spcPct val="110000"/>
              </a:lnSpc>
            </a:pPr>
            <a:endParaRPr lang="pt-PT" altLang="en-US" sz="1400">
              <a:solidFill>
                <a:schemeClr val="bg1"/>
              </a:solidFill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endParaRPr lang="pt-PT" altLang="en-US" sz="160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606925" y="1572260"/>
            <a:ext cx="4000500" cy="4123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buNone/>
            </a:pPr>
            <a:r>
              <a:rPr lang="pt-PT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Plano Premium (R$ 14,90/mês):</a:t>
            </a:r>
            <a:endParaRPr lang="pt-PT" altLang="en-US" sz="14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Tudo do plano grátis</a:t>
            </a:r>
            <a:endParaRPr lang="pt-PT" altLang="en-US" sz="14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Informações dos fundos (dados e documentos)</a:t>
            </a:r>
            <a:endParaRPr lang="pt-PT" altLang="en-US" sz="1400">
              <a:solidFill>
                <a:schemeClr val="bg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Notificações de recebimento de dividendos</a:t>
            </a:r>
            <a:endParaRPr lang="pt-PT" altLang="en-US" sz="1400">
              <a:solidFill>
                <a:schemeClr val="bg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Gráficos</a:t>
            </a:r>
            <a:endParaRPr lang="pt-PT" altLang="en-US" sz="1400">
              <a:solidFill>
                <a:schemeClr val="bg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Acesso Web</a:t>
            </a:r>
            <a:endParaRPr lang="pt-PT" altLang="en-US" sz="14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pt-BR" altLang="pt-PT" sz="1400">
                <a:solidFill>
                  <a:schemeClr val="bg1"/>
                </a:solidFill>
                <a:sym typeface="+mn-ea"/>
              </a:rPr>
              <a:t>Avaliação dos Fundos</a:t>
            </a:r>
            <a:endParaRPr lang="pt-PT" altLang="en-US" sz="1400">
              <a:solidFill>
                <a:schemeClr val="bg1"/>
              </a:solidFill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pt-BR" altLang="pt-PT" sz="1400">
                <a:solidFill>
                  <a:schemeClr val="bg1"/>
                </a:solidFill>
                <a:sym typeface="+mn-ea"/>
              </a:rPr>
              <a:t>Conteúdo exclusivo dos FIIs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endParaRPr lang="pt-PT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PT" altLang="en-US">
                <a:solidFill>
                  <a:schemeClr val="bg1"/>
                </a:solidFill>
              </a:rPr>
              <a:t>PROMOÇÃO</a:t>
            </a:r>
            <a:endParaRPr lang="pt-PT" altLang="en-US">
              <a:solidFill>
                <a:schemeClr val="bg1"/>
              </a:solidFill>
            </a:endParaRPr>
          </a:p>
        </p:txBody>
      </p:sp>
      <p:pic>
        <p:nvPicPr>
          <p:cNvPr id="4" name="Content Placeholder 3" descr="myfii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17255" y="940435"/>
            <a:ext cx="3129915" cy="5565775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631825" y="1229360"/>
            <a:ext cx="7547610" cy="52762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PT" altLang="en-US" sz="1600" b="1">
                <a:solidFill>
                  <a:schemeClr val="bg1"/>
                </a:solidFill>
              </a:rPr>
              <a:t>Parcerias com “influencers digitais” na área de investimentos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Produzir conteúdo para blog e ebook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Recomendar o app para seus seguidores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Captar links externos para o site e app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pt-BR" altLang="pt-PT" sz="1600" b="1">
                <a:solidFill>
                  <a:schemeClr val="bg1"/>
                </a:solidFill>
              </a:rPr>
              <a:t>Parcerias com gestoras de FIIs</a:t>
            </a:r>
            <a:endParaRPr lang="pt-BR" altLang="pt-PT" sz="1600" b="1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altLang="pt-PT" sz="1600">
                <a:solidFill>
                  <a:schemeClr val="bg1"/>
                </a:solidFill>
              </a:rPr>
              <a:t>Produção de conteúdo sobre os imóveis</a:t>
            </a: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pt-PT" altLang="en-US" sz="1600" b="1">
                <a:solidFill>
                  <a:schemeClr val="bg1"/>
                </a:solidFill>
              </a:rPr>
              <a:t>Ações de marketing digital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Promover nas redes sociais Twitter, Instagram, Facebook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Promover no Google Adwords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Produzir Ebook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Criar landing page para Ebook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Automações de email marketing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pt-PT" altLang="en-US" sz="1600" b="1">
                <a:solidFill>
                  <a:schemeClr val="bg1"/>
                </a:solidFill>
              </a:rPr>
              <a:t>Assessoria de Imprensa</a:t>
            </a:r>
            <a:endParaRPr lang="pt-PT" altLang="en-US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PT" altLang="en-US">
                <a:solidFill>
                  <a:schemeClr val="bg1"/>
                </a:solidFill>
              </a:rPr>
              <a:t>INVESTIMENTO</a:t>
            </a:r>
            <a:endParaRPr lang="pt-PT" altLang="en-US">
              <a:solidFill>
                <a:schemeClr val="bg1"/>
              </a:solidFill>
            </a:endParaRPr>
          </a:p>
        </p:txBody>
      </p:sp>
      <p:pic>
        <p:nvPicPr>
          <p:cNvPr id="4" name="Content Placeholder 3" descr="myfii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17255" y="940435"/>
            <a:ext cx="3129915" cy="5565775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631825" y="1229360"/>
            <a:ext cx="7547610" cy="5276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PT" altLang="en-US" sz="1600" b="1">
                <a:solidFill>
                  <a:schemeClr val="bg1"/>
                </a:solidFill>
              </a:rPr>
              <a:t>Realizado (R$ 7.270,00)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Domínio: R$ 40,00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UX Designer: R$ 2.000,00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Desenvolvimento: R$ 4.500,00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Play Store: R$ 130,00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Apple Store: R$ 600,00</a:t>
            </a: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pt-PT" altLang="en-US" sz="1600" b="1">
                <a:solidFill>
                  <a:schemeClr val="bg1"/>
                </a:solidFill>
              </a:rPr>
              <a:t>A realizar (R$ 14.000,00)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Desenvolvimento: R$ 5.000,00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Lançamento digital (freelancer + ferramentas): R$ 3.000,00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Advogado para registro de marca e contrato social: R$ 4.000,00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Abertura de empresa: R$ 2.000,00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PT" altLang="en-US">
                <a:solidFill>
                  <a:schemeClr val="bg1"/>
                </a:solidFill>
              </a:rPr>
              <a:t>CUSTOS FIXOS</a:t>
            </a:r>
            <a:endParaRPr lang="pt-PT" altLang="en-US">
              <a:solidFill>
                <a:schemeClr val="bg1"/>
              </a:solidFill>
            </a:endParaRPr>
          </a:p>
        </p:txBody>
      </p:sp>
      <p:pic>
        <p:nvPicPr>
          <p:cNvPr id="4" name="Content Placeholder 3" descr="myfii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17255" y="940435"/>
            <a:ext cx="3129915" cy="5565775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631825" y="1407160"/>
            <a:ext cx="7547610" cy="45713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PT" altLang="en-US" sz="1600" b="1">
                <a:solidFill>
                  <a:schemeClr val="bg1"/>
                </a:solidFill>
              </a:rPr>
              <a:t>Equipe (R$ 8.000,00)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Desenvolvedor: R$ 5.000,00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Analista de marketing digital: R$ 3.000,00</a:t>
            </a: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pt-PT" altLang="en-US" sz="1600" b="1">
                <a:solidFill>
                  <a:schemeClr val="bg1"/>
                </a:solidFill>
              </a:rPr>
              <a:t>Serviços (R$ 650,00)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Contabilidade online: R$ 150,00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Gateway de pagamento: R$ 200,00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Hospedagem Banco de Dados: R$ 300,00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Apple Store: R$ 50,00</a:t>
            </a: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pt-PT" altLang="en-US" sz="1600" b="1">
                <a:solidFill>
                  <a:schemeClr val="bg1"/>
                </a:solidFill>
                <a:sym typeface="+mn-ea"/>
              </a:rPr>
              <a:t>Marketing Digital (R$ 1.500,00)</a:t>
            </a:r>
            <a:endParaRPr lang="pt-PT" altLang="en-US" sz="1600" b="1">
              <a:solidFill>
                <a:schemeClr val="bg1"/>
              </a:solidFill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  <a:sym typeface="+mn-ea"/>
              </a:rPr>
              <a:t>Mídias pagas: R$ 1.000,00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  <a:sym typeface="+mn-ea"/>
              </a:rPr>
              <a:t>Ferramentas: R$ 500,00</a:t>
            </a:r>
            <a:endParaRPr lang="pt-PT" altLang="en-US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PT" altLang="en-US">
                <a:solidFill>
                  <a:schemeClr val="bg1"/>
                </a:solidFill>
              </a:rPr>
              <a:t>RECEITA PROJETADA</a:t>
            </a:r>
            <a:endParaRPr lang="pt-PT" altLang="en-US">
              <a:solidFill>
                <a:schemeClr val="bg1"/>
              </a:solidFill>
            </a:endParaRPr>
          </a:p>
        </p:txBody>
      </p:sp>
      <p:pic>
        <p:nvPicPr>
          <p:cNvPr id="4" name="Content Placeholder 3" descr="myfii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17255" y="940435"/>
            <a:ext cx="3129915" cy="5565775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255905" y="1133475"/>
            <a:ext cx="8260715" cy="54991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pt-PT" altLang="en-US" sz="1400" b="1">
                <a:solidFill>
                  <a:schemeClr val="bg1"/>
                </a:solidFill>
              </a:rPr>
              <a:t>Primeiros 3 meses</a:t>
            </a:r>
            <a:endParaRPr lang="pt-PT" altLang="en-US" sz="1400" b="1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</a:rPr>
              <a:t>Mercado potencial: </a:t>
            </a:r>
            <a:r>
              <a:rPr lang="pt-BR" altLang="pt-PT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785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.000 investidores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</a:rPr>
              <a:t>Projeção de Usuários: 1% do mercado = </a:t>
            </a:r>
            <a:r>
              <a:rPr lang="pt-BR" altLang="pt-PT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pt-BR" altLang="pt-PT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850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usuários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</a:rPr>
              <a:t>Projeção de Conversão: 1</a:t>
            </a:r>
            <a:r>
              <a:rPr lang="pt-BR" altLang="pt-PT" sz="1400">
                <a:solidFill>
                  <a:schemeClr val="bg1"/>
                </a:solidFill>
              </a:rPr>
              <a:t>0</a:t>
            </a:r>
            <a:r>
              <a:rPr lang="pt-PT" altLang="en-US" sz="1400">
                <a:solidFill>
                  <a:schemeClr val="bg1"/>
                </a:solidFill>
              </a:rPr>
              <a:t>% dos usuários = 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pt-BR" altLang="pt-PT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85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assinantes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</a:rPr>
              <a:t>Projeção de Receita: 7</a:t>
            </a:r>
            <a:r>
              <a:rPr lang="pt-BR" altLang="pt-PT" sz="1400">
                <a:solidFill>
                  <a:schemeClr val="bg1"/>
                </a:solidFill>
              </a:rPr>
              <a:t>85</a:t>
            </a:r>
            <a:r>
              <a:rPr lang="pt-PT" altLang="en-US" sz="1400">
                <a:solidFill>
                  <a:schemeClr val="bg1"/>
                </a:solidFill>
              </a:rPr>
              <a:t> assinantes x R$ 14.90 = 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R$ 1</a:t>
            </a:r>
            <a:r>
              <a:rPr lang="pt-BR" altLang="pt-PT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pt-BR" altLang="pt-PT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00,00</a:t>
            </a:r>
            <a:r>
              <a:rPr lang="pt-PT" altLang="en-US" sz="14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(Ponto de Equilíbrio)</a:t>
            </a:r>
            <a:endParaRPr lang="pt-PT" altLang="en-US" sz="14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4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pt-PT" altLang="en-US" sz="1400" b="1">
                <a:solidFill>
                  <a:schemeClr val="bg1"/>
                </a:solidFill>
              </a:rPr>
              <a:t>Primeiros 12 meses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Projeção de Usuários: 2% do mercado = 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</a:t>
            </a:r>
            <a:r>
              <a:rPr lang="pt-BR" altLang="pt-PT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5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.</a:t>
            </a:r>
            <a:r>
              <a:rPr lang="pt-BR" altLang="pt-PT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70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0 usuários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</a:rPr>
              <a:t>Projeção de Conversão: 1</a:t>
            </a:r>
            <a:r>
              <a:rPr lang="pt-BR" altLang="pt-PT" sz="1400">
                <a:solidFill>
                  <a:schemeClr val="bg1"/>
                </a:solidFill>
              </a:rPr>
              <a:t>0</a:t>
            </a:r>
            <a:r>
              <a:rPr lang="pt-PT" altLang="en-US" sz="1400">
                <a:solidFill>
                  <a:schemeClr val="bg1"/>
                </a:solidFill>
              </a:rPr>
              <a:t>% dos usuários = 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pt-BR" altLang="pt-PT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570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assinantes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Projeção de Receita: 1.</a:t>
            </a:r>
            <a:r>
              <a:rPr lang="pt-BR" altLang="pt-PT" sz="1400">
                <a:solidFill>
                  <a:schemeClr val="bg1"/>
                </a:solidFill>
                <a:sym typeface="+mn-ea"/>
              </a:rPr>
              <a:t>570</a:t>
            </a:r>
            <a:r>
              <a:rPr lang="pt-PT" altLang="en-US" sz="1400">
                <a:solidFill>
                  <a:schemeClr val="bg1"/>
                </a:solidFill>
                <a:sym typeface="+mn-ea"/>
              </a:rPr>
              <a:t> assinantes x R$ 14.90 = 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R$ 2</a:t>
            </a:r>
            <a:r>
              <a:rPr lang="pt-BR" altLang="pt-PT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.</a:t>
            </a:r>
            <a:r>
              <a:rPr lang="pt-BR" altLang="pt-PT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4</a:t>
            </a:r>
            <a:r>
              <a:rPr lang="pt-PT" altLang="en-US" sz="1400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00,00</a:t>
            </a:r>
            <a:r>
              <a:rPr lang="pt-PT" altLang="en-US" sz="14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endParaRPr lang="pt-PT" altLang="en-US" sz="14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4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pt-PT" altLang="en-US" sz="1400" b="1">
                <a:solidFill>
                  <a:schemeClr val="bg1"/>
                </a:solidFill>
                <a:sym typeface="+mn-ea"/>
              </a:rPr>
              <a:t>Observações</a:t>
            </a:r>
            <a:endParaRPr lang="pt-PT" altLang="en-US" sz="1400" b="1">
              <a:solidFill>
                <a:schemeClr val="bg1"/>
              </a:solidFill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  <a:sym typeface="+mn-ea"/>
              </a:rPr>
              <a:t>Mercado potencial tem tendência de alta, pelo constante aumento de investidores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</a:rPr>
              <a:t>Número de usuários, consequentemente, tem tendência de alta</a:t>
            </a:r>
            <a:endParaRPr lang="pt-PT" altLang="en-US" sz="14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400">
                <a:solidFill>
                  <a:schemeClr val="bg1"/>
                </a:solidFill>
              </a:rPr>
              <a:t>Taxa de conversão tem tendência de queda, por possível evolução da concorrência</a:t>
            </a:r>
            <a:endParaRPr lang="pt-PT" altLang="en-US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PT" altLang="en-US">
                <a:solidFill>
                  <a:schemeClr val="bg1"/>
                </a:solidFill>
              </a:rPr>
              <a:t>VIABILIDADE ECONÔMICA (1 ano)</a:t>
            </a:r>
            <a:endParaRPr lang="pt-PT" altLang="en-US">
              <a:solidFill>
                <a:schemeClr val="bg1"/>
              </a:solidFill>
            </a:endParaRPr>
          </a:p>
        </p:txBody>
      </p:sp>
      <p:pic>
        <p:nvPicPr>
          <p:cNvPr id="4" name="Content Placeholder 3" descr="myfii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17255" y="940435"/>
            <a:ext cx="3129915" cy="5565775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256540" y="1133475"/>
            <a:ext cx="8260715" cy="55651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pt-PT" altLang="en-US" sz="1600" b="1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 b="1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pt-PT" altLang="en-US" sz="1600" b="1">
                <a:solidFill>
                  <a:schemeClr val="bg1"/>
                </a:solidFill>
              </a:rPr>
              <a:t>Indicadores de Viabilidade Econômica (TMA 0,8% mês ou 9,6% ano)</a:t>
            </a:r>
            <a:endParaRPr lang="pt-PT" altLang="en-US" sz="1600" b="1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Ponto de Equilíbrio: terceiro mês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Payback descontado: </a:t>
            </a:r>
            <a:r>
              <a:rPr lang="pt-BR" altLang="pt-PT" sz="1600">
                <a:solidFill>
                  <a:schemeClr val="bg1"/>
                </a:solidFill>
              </a:rPr>
              <a:t>oitavo</a:t>
            </a:r>
            <a:r>
              <a:rPr lang="pt-PT" altLang="en-US" sz="1600">
                <a:solidFill>
                  <a:schemeClr val="bg1"/>
                </a:solidFill>
              </a:rPr>
              <a:t> mês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Valor Presente Líquido: R$ </a:t>
            </a:r>
            <a:r>
              <a:rPr lang="pt-BR" altLang="pt-PT" sz="1600">
                <a:solidFill>
                  <a:schemeClr val="bg1"/>
                </a:solidFill>
              </a:rPr>
              <a:t>46</a:t>
            </a:r>
            <a:r>
              <a:rPr lang="pt-PT" altLang="en-US" sz="1600">
                <a:solidFill>
                  <a:schemeClr val="bg1"/>
                </a:solidFill>
              </a:rPr>
              <a:t>.</a:t>
            </a:r>
            <a:r>
              <a:rPr lang="pt-BR" altLang="pt-PT" sz="1600">
                <a:solidFill>
                  <a:schemeClr val="bg1"/>
                </a:solidFill>
              </a:rPr>
              <a:t>257</a:t>
            </a:r>
            <a:r>
              <a:rPr lang="pt-PT" altLang="en-US" sz="1600">
                <a:solidFill>
                  <a:schemeClr val="bg1"/>
                </a:solidFill>
              </a:rPr>
              <a:t>,</a:t>
            </a:r>
            <a:r>
              <a:rPr lang="pt-BR" altLang="pt-PT" sz="1600">
                <a:solidFill>
                  <a:schemeClr val="bg1"/>
                </a:solidFill>
              </a:rPr>
              <a:t>46</a:t>
            </a:r>
            <a:endParaRPr lang="pt-PT" altLang="en-US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PT" altLang="en-US" sz="1600">
                <a:solidFill>
                  <a:schemeClr val="bg1"/>
                </a:solidFill>
              </a:rPr>
              <a:t>Taxa Interna de Retorno: 3</a:t>
            </a:r>
            <a:r>
              <a:rPr lang="pt-BR" altLang="pt-PT" sz="1600">
                <a:solidFill>
                  <a:schemeClr val="bg1"/>
                </a:solidFill>
              </a:rPr>
              <a:t>8</a:t>
            </a:r>
            <a:r>
              <a:rPr lang="pt-PT" altLang="en-US" sz="1600">
                <a:solidFill>
                  <a:schemeClr val="bg1"/>
                </a:solidFill>
              </a:rPr>
              <a:t>%</a:t>
            </a: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pt-PT" altLang="en-US" sz="1600" b="1">
                <a:solidFill>
                  <a:schemeClr val="bg1"/>
                </a:solidFill>
              </a:rPr>
              <a:t>Planilha</a:t>
            </a:r>
            <a:endParaRPr lang="pt-PT" altLang="en-US" sz="1600" b="1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 b="1">
              <a:solidFill>
                <a:schemeClr val="bg1"/>
              </a:solidFill>
            </a:endParaRPr>
          </a:p>
        </p:txBody>
      </p:sp>
      <p:graphicFrame>
        <p:nvGraphicFramePr>
          <p:cNvPr id="9" name="Object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5280" y="4644390"/>
          <a:ext cx="1143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showAsIcon="1" r:id="rId2" imgW="1143000" imgH="1143000" progId="Excel.Sheet.12">
                  <p:embed/>
                </p:oleObj>
              </mc:Choice>
              <mc:Fallback>
                <p:oleObj name="" showAsIcon="1" r:id="rId2" imgW="1143000" imgH="1143000" progId="Excel.Sheet.12">
                  <p:embed/>
                  <p:pic>
                    <p:nvPicPr>
                      <p:cNvPr id="0" name="Picture 102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5280" y="4644390"/>
                        <a:ext cx="1143000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PT" altLang="en-US">
                <a:solidFill>
                  <a:schemeClr val="bg1"/>
                </a:solidFill>
              </a:rPr>
              <a:t>LINHA DO TEMPO</a:t>
            </a:r>
            <a:endParaRPr lang="pt-PT" altLang="en-US">
              <a:solidFill>
                <a:schemeClr val="bg1"/>
              </a:solidFill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192405" y="1652270"/>
          <a:ext cx="11806555" cy="3947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PT" altLang="en-US">
                <a:solidFill>
                  <a:schemeClr val="bg1"/>
                </a:solidFill>
              </a:rPr>
              <a:t>LINHA DO TEMPO</a:t>
            </a:r>
            <a:endParaRPr lang="pt-PT" altLang="en-US">
              <a:solidFill>
                <a:schemeClr val="bg1"/>
              </a:solidFill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192405" y="1652270"/>
          <a:ext cx="11806555" cy="3947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BR" altLang="pt-PT">
                <a:solidFill>
                  <a:schemeClr val="bg1"/>
                </a:solidFill>
              </a:rPr>
              <a:t>CENÁRIO ATUAL</a:t>
            </a:r>
            <a:endParaRPr lang="pt-BR" altLang="pt-PT">
              <a:solidFill>
                <a:schemeClr val="bg1"/>
              </a:solidFill>
            </a:endParaRPr>
          </a:p>
        </p:txBody>
      </p:sp>
      <p:pic>
        <p:nvPicPr>
          <p:cNvPr id="4" name="Content Placeholder 3" descr="myfii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17255" y="940435"/>
            <a:ext cx="3129915" cy="5565775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256540" y="1133475"/>
            <a:ext cx="8260715" cy="4219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pt-PT" altLang="en-US" sz="1600" b="1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 b="1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altLang="pt-PT" sz="1600">
                <a:solidFill>
                  <a:schemeClr val="bg1"/>
                </a:solidFill>
              </a:rPr>
              <a:t>App lançado há 04 meses</a:t>
            </a:r>
            <a:endParaRPr lang="pt-BR" altLang="pt-PT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altLang="pt-PT" sz="1600">
                <a:solidFill>
                  <a:schemeClr val="bg1"/>
                </a:solidFill>
              </a:rPr>
              <a:t>691 usuários criaram conta</a:t>
            </a:r>
            <a:endParaRPr lang="pt-BR" altLang="pt-PT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1600">
                <a:solidFill>
                  <a:schemeClr val="bg1"/>
                </a:solidFill>
              </a:rPr>
              <a:t>742 downloads totais</a:t>
            </a:r>
            <a:endParaRPr lang="pt-BR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1600">
                <a:solidFill>
                  <a:schemeClr val="bg1"/>
                </a:solidFill>
              </a:rPr>
              <a:t>539 downloads Android</a:t>
            </a:r>
            <a:endParaRPr lang="pt-BR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1600">
                <a:solidFill>
                  <a:schemeClr val="bg1"/>
                </a:solidFill>
              </a:rPr>
              <a:t>203 downloads IOS</a:t>
            </a:r>
            <a:endParaRPr lang="pt-BR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1600">
                <a:solidFill>
                  <a:schemeClr val="bg1"/>
                </a:solidFill>
              </a:rPr>
              <a:t>09 avaliações e 08 comentários na Play Store</a:t>
            </a:r>
            <a:endParaRPr lang="pt-BR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1600">
                <a:solidFill>
                  <a:schemeClr val="bg1"/>
                </a:solidFill>
              </a:rPr>
              <a:t>04 avaliações e 03 comentários na App Store</a:t>
            </a:r>
            <a:endParaRPr lang="pt-BR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sz="1600">
                <a:solidFill>
                  <a:schemeClr val="bg1"/>
                </a:solidFill>
              </a:rPr>
              <a:t>12 contatos recebidos</a:t>
            </a:r>
            <a:endParaRPr lang="pt-BR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BR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61290"/>
            <a:ext cx="10515600" cy="822960"/>
          </a:xfrm>
        </p:spPr>
        <p:txBody>
          <a:bodyPr/>
          <a:p>
            <a:pPr algn="ctr"/>
            <a:r>
              <a:rPr lang="pt-BR" altLang="pt-PT">
                <a:solidFill>
                  <a:schemeClr val="bg1"/>
                </a:solidFill>
              </a:rPr>
              <a:t>REFERÊNCIAS</a:t>
            </a:r>
            <a:endParaRPr lang="pt-BR" altLang="pt-PT">
              <a:solidFill>
                <a:schemeClr val="bg1"/>
              </a:solidFill>
            </a:endParaRPr>
          </a:p>
        </p:txBody>
      </p:sp>
      <p:pic>
        <p:nvPicPr>
          <p:cNvPr id="4" name="Content Placeholder 3" descr="myfii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17255" y="940435"/>
            <a:ext cx="3129915" cy="5565775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256540" y="1133475"/>
            <a:ext cx="8260715" cy="29273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pt-PT" altLang="en-US" sz="1600" b="1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 b="1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altLang="pt-PT" sz="1600">
                <a:solidFill>
                  <a:schemeClr val="bg1"/>
                </a:solidFill>
              </a:rPr>
              <a:t>Business Model Generation - Alex Osterwalder e Yves Pigneur</a:t>
            </a:r>
            <a:endParaRPr lang="pt-BR" altLang="pt-PT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altLang="pt-PT" sz="1600">
                <a:solidFill>
                  <a:schemeClr val="bg1"/>
                </a:solidFill>
              </a:rPr>
              <a:t>A Cauda Longa - Chris Anderson</a:t>
            </a:r>
            <a:endParaRPr lang="pt-BR" altLang="pt-PT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altLang="pt-PT" sz="1600">
                <a:solidFill>
                  <a:schemeClr val="bg1"/>
                </a:solidFill>
              </a:rPr>
              <a:t>Free: o futuro dos preços - Chris Anderson</a:t>
            </a:r>
            <a:endParaRPr lang="pt-BR" altLang="pt-PT" sz="160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pt-BR" altLang="pt-PT" sz="1600">
                <a:solidFill>
                  <a:schemeClr val="bg1"/>
                </a:solidFill>
              </a:rPr>
              <a:t>Raio X do Investidor Brasileiro, 3ª edição - </a:t>
            </a:r>
            <a:r>
              <a:rPr lang="pt-BR" altLang="pt-PT" sz="1600">
                <a:solidFill>
                  <a:schemeClr val="bg1"/>
                </a:solidFill>
                <a:sym typeface="+mn-ea"/>
              </a:rPr>
              <a:t>Anbima</a:t>
            </a:r>
            <a:endParaRPr lang="pt-BR" altLang="pt-PT" sz="1600">
              <a:solidFill>
                <a:schemeClr val="bg1"/>
              </a:solidFill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pt-BR" altLang="pt-PT" sz="1600">
                <a:solidFill>
                  <a:schemeClr val="bg1"/>
                </a:solidFill>
                <a:sym typeface="+mn-ea"/>
              </a:rPr>
              <a:t>Boletim Mensal de Fundos Imobiliários, Abril e Setembro - B3 </a:t>
            </a:r>
            <a:endParaRPr lang="pt-PT" altLang="en-US" sz="160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pt-PT" altLang="en-US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5767</Words>
  <Application>WPS Presentation</Application>
  <PresentationFormat>宽屏</PresentationFormat>
  <Paragraphs>341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Arial Black</vt:lpstr>
      <vt:lpstr>Microsoft YaHei</vt:lpstr>
      <vt:lpstr/>
      <vt:lpstr>Arial Unicode MS</vt:lpstr>
      <vt:lpstr>Segoe Print</vt:lpstr>
      <vt:lpstr>Office Theme</vt:lpstr>
      <vt:lpstr>Excel.Sheet.12</vt:lpstr>
      <vt:lpstr>MyFiis</vt:lpstr>
      <vt:lpstr>MERCADO POTENCIAL</vt:lpstr>
      <vt:lpstr>MERCADO POTENCIAL</vt:lpstr>
      <vt:lpstr>MERCADO POTENCIAL</vt:lpstr>
      <vt:lpstr>CONCORRENTES</vt:lpstr>
      <vt:lpstr>CONCORRENTES</vt:lpstr>
      <vt:lpstr>PRODUTO</vt:lpstr>
      <vt:lpstr>PREÇO</vt:lpstr>
      <vt:lpstr>PROMOÇÃO</vt:lpstr>
      <vt:lpstr>INVESTIMENTO</vt:lpstr>
      <vt:lpstr>CUSTOS FIXOS</vt:lpstr>
      <vt:lpstr>RECEITA PROJETADA</vt:lpstr>
      <vt:lpstr>VIABILIDADE ECONÔMICA (1 ano)</vt:lpstr>
      <vt:lpstr>LINHA DO TEMPO</vt:lpstr>
      <vt:lpstr>LINHA DO TEMPO</vt:lpstr>
      <vt:lpstr>VIABILIDADE ECONÔMICA (1 ano)</vt:lpstr>
      <vt:lpstr>CENÁRIO ATUAL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</dc:creator>
  <cp:lastModifiedBy>Leonardo</cp:lastModifiedBy>
  <cp:revision>28</cp:revision>
  <dcterms:created xsi:type="dcterms:W3CDTF">2020-06-25T16:56:00Z</dcterms:created>
  <dcterms:modified xsi:type="dcterms:W3CDTF">2020-10-21T16:06:19Z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1046-11.2.0.9684</vt:lpwstr>
  </property>
</Properties>
</file>